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7.xml.rels" ContentType="application/vnd.openxmlformats-package.relationships+xml"/>
  <Override PartName="/ppt/slideLayouts/_rels/slideLayout12.xml.rels" ContentType="application/vnd.openxmlformats-package.relationships+xml"/>
  <Override PartName="/ppt/slideLayouts/_rels/slideLayout17.xml.rels" ContentType="application/vnd.openxmlformats-package.relationships+xml"/>
  <Override PartName="/ppt/slideLayouts/_rels/slideLayout16.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presProps.xml" ContentType="application/vnd.openxmlformats-officedocument.presentationml.presProps+xml"/>
  <Override PartName="/ppt/media/image3.jpeg" ContentType="image/jpeg"/>
  <Override PartName="/ppt/media/image1.jpeg" ContentType="image/jpeg"/>
  <Override PartName="/ppt/media/image4.jpeg" ContentType="image/jpeg"/>
  <Override PartName="/ppt/media/image2.jpeg" ContentType="image/jpeg"/>
  <Override PartName="/ppt/media/image5.jpeg" ContentType="image/jpe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10.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Lst>
  <p:sldSz cx="10080625" cy="6300788"/>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5.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5.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Right Bar">
    <p:spTree>
      <p:nvGrpSpPr>
        <p:cNvPr id="1" name=""/>
        <p:cNvGrpSpPr/>
        <p:nvPr/>
      </p:nvGrpSpPr>
      <p:grpSpPr>
        <a:xfrm>
          <a:off x="0" y="0"/>
          <a:ext cx="0" cy="0"/>
          <a:chOff x="0" y="0"/>
          <a:chExt cx="0" cy="0"/>
        </a:xfrm>
      </p:grpSpPr>
      <p:sp>
        <p:nvSpPr>
          <p:cNvPr id="2" name=""/>
          <p:cNvSpPr/>
          <p:nvPr/>
        </p:nvSpPr>
        <p:spPr>
          <a:xfrm>
            <a:off x="8459280" y="0"/>
            <a:ext cx="1619280" cy="6298560"/>
          </a:xfrm>
          <a:prstGeom prst="rect">
            <a:avLst/>
          </a:prstGeom>
          <a:solidFill>
            <a:srgbClr val="0d84a1"/>
          </a:solidFill>
          <a:ln w="0">
            <a:noFill/>
          </a:ln>
        </p:spPr>
        <p:style>
          <a:lnRef idx="0"/>
          <a:fillRef idx="0"/>
          <a:effectRef idx="0"/>
          <a:fontRef idx="minor"/>
        </p:style>
        <p:txBody>
          <a:bodyPr wrap="none" lIns="0" rIns="0" tIns="0" bIns="0" anchor="ctr">
            <a:noAutofit/>
          </a:bodyPr>
          <a:p>
            <a:pPr algn="ctr">
              <a:lnSpc>
                <a:spcPct val="100000"/>
              </a:lnSpc>
            </a:pPr>
            <a:endParaRPr b="0" lang="en-US" sz="1800" strike="noStrike" u="none">
              <a:solidFill>
                <a:srgbClr val="ffffff"/>
              </a:solidFill>
              <a:effectLst/>
              <a:uFillTx/>
              <a:latin typeface="Noto Sans"/>
              <a:ea typeface="DejaVu Sans"/>
            </a:endParaRPr>
          </a:p>
        </p:txBody>
      </p:sp>
      <p:sp>
        <p:nvSpPr>
          <p:cNvPr id="3" name="PlaceHolder 1"/>
          <p:cNvSpPr>
            <a:spLocks noGrp="1"/>
          </p:cNvSpPr>
          <p:nvPr>
            <p:ph type="title"/>
          </p:nvPr>
        </p:nvSpPr>
        <p:spPr>
          <a:xfrm rot="5400000">
            <a:off x="6470280" y="2369160"/>
            <a:ext cx="5598360" cy="1259280"/>
          </a:xfrm>
          <a:prstGeom prst="rect">
            <a:avLst/>
          </a:prstGeom>
          <a:noFill/>
          <a:ln w="0">
            <a:noFill/>
          </a:ln>
        </p:spPr>
        <p:txBody>
          <a:bodyPr lIns="0" rIns="0" tIns="0" bIns="0" anchor="ctr">
            <a:normAutofit/>
          </a:bodyPr>
          <a:p>
            <a:pPr indent="0" algn="ctr">
              <a:lnSpc>
                <a:spcPct val="100000"/>
              </a:lnSpc>
              <a:buNone/>
              <a:tabLst>
                <a:tab algn="l" pos="0"/>
              </a:tabLst>
            </a:pPr>
            <a:r>
              <a:rPr b="1" lang="en-US" sz="4400" strike="noStrike" u="none">
                <a:solidFill>
                  <a:srgbClr val="ffffff"/>
                </a:solidFill>
                <a:effectLst/>
                <a:uFillTx/>
                <a:latin typeface="Noto Sans"/>
              </a:rPr>
              <a:t>Click to edit the title text format</a:t>
            </a:r>
            <a:endParaRPr b="0" lang="en-US" sz="4400" strike="noStrike" u="none">
              <a:solidFill>
                <a:srgbClr val="000000"/>
              </a:solidFill>
              <a:effectLst/>
              <a:uFillTx/>
              <a:latin typeface="Arial"/>
            </a:endParaRPr>
          </a:p>
        </p:txBody>
      </p:sp>
      <p:sp>
        <p:nvSpPr>
          <p:cNvPr id="4" name="PlaceHolder 2"/>
          <p:cNvSpPr>
            <a:spLocks noGrp="1"/>
          </p:cNvSpPr>
          <p:nvPr>
            <p:ph type="body"/>
          </p:nvPr>
        </p:nvSpPr>
        <p:spPr>
          <a:xfrm>
            <a:off x="179640" y="199800"/>
            <a:ext cx="7558920" cy="5198400"/>
          </a:xfrm>
          <a:prstGeom prst="rect">
            <a:avLst/>
          </a:prstGeom>
          <a:noFill/>
          <a:ln w="0">
            <a:noFill/>
          </a:ln>
        </p:spPr>
        <p:txBody>
          <a:bodyPr lIns="0" rIns="0" tIns="0" bIns="0" anchor="t">
            <a:normAutofit/>
          </a:bodyPr>
          <a:p>
            <a:pPr marL="432000" indent="-324000">
              <a:lnSpc>
                <a:spcPct val="100000"/>
              </a:lnSpc>
              <a:spcBef>
                <a:spcPts val="1417"/>
              </a:spcBef>
              <a:buClr>
                <a:srgbClr val="666666"/>
              </a:buClr>
              <a:buSzPct val="45000"/>
              <a:buFont typeface="Wingdings" charset="2"/>
              <a:buChar char=""/>
            </a:pPr>
            <a:r>
              <a:rPr b="0" lang="en-US" sz="3200" strike="noStrike" u="none">
                <a:solidFill>
                  <a:srgbClr val="666666"/>
                </a:solidFill>
                <a:effectLst/>
                <a:uFillTx/>
                <a:latin typeface="Noto Sans"/>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666666"/>
              </a:buClr>
              <a:buSzPct val="75000"/>
              <a:buFont typeface="Symbol" charset="2"/>
              <a:buChar char=""/>
            </a:pPr>
            <a:r>
              <a:rPr b="0" lang="en-US" sz="2800" strike="noStrike" u="none">
                <a:solidFill>
                  <a:srgbClr val="666666"/>
                </a:solidFill>
                <a:effectLst/>
                <a:uFillTx/>
                <a:latin typeface="Noto Sans"/>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666666"/>
              </a:buClr>
              <a:buSzPct val="45000"/>
              <a:buFont typeface="Wingdings" charset="2"/>
              <a:buChar char=""/>
            </a:pPr>
            <a:r>
              <a:rPr b="0" lang="en-US" sz="2400" strike="noStrike" u="none">
                <a:solidFill>
                  <a:srgbClr val="666666"/>
                </a:solidFill>
                <a:effectLst/>
                <a:uFillTx/>
                <a:latin typeface="Noto Sans"/>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666666"/>
              </a:buClr>
              <a:buSzPct val="75000"/>
              <a:buFont typeface="Symbol" charset="2"/>
              <a:buChar char=""/>
            </a:pPr>
            <a:r>
              <a:rPr b="0" lang="en-US" sz="2000" strike="noStrike" u="none">
                <a:solidFill>
                  <a:srgbClr val="666666"/>
                </a:solidFill>
                <a:effectLst/>
                <a:uFillTx/>
                <a:latin typeface="Noto Sans"/>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Seventh Outline Level</a:t>
            </a:r>
            <a:endParaRPr b="0" lang="en-US" sz="2000" strike="noStrike" u="none">
              <a:solidFill>
                <a:srgbClr val="000000"/>
              </a:solidFill>
              <a:effectLst/>
              <a:uFillTx/>
              <a:latin typeface="Arial"/>
            </a:endParaRPr>
          </a:p>
        </p:txBody>
      </p:sp>
      <p:sp>
        <p:nvSpPr>
          <p:cNvPr id="5" name="PlaceHolder 3"/>
          <p:cNvSpPr>
            <a:spLocks noGrp="1"/>
          </p:cNvSpPr>
          <p:nvPr>
            <p:ph type="dt" idx="1"/>
          </p:nvPr>
        </p:nvSpPr>
        <p:spPr>
          <a:xfrm>
            <a:off x="503640" y="5919120"/>
            <a:ext cx="2346480" cy="269640"/>
          </a:xfrm>
          <a:prstGeom prst="rect">
            <a:avLst/>
          </a:prstGeom>
          <a:noFill/>
          <a:ln w="0">
            <a:noFill/>
          </a:ln>
        </p:spPr>
        <p:txBody>
          <a:bodyPr lIns="0" rIns="0" tIns="0" bIns="0" anchor="t">
            <a:spAutoFit/>
          </a:bodyPr>
          <a:lstStyle>
            <a:lvl1pPr indent="0">
              <a:lnSpc>
                <a:spcPct val="100000"/>
              </a:lnSpc>
              <a:buNone/>
              <a:tabLst>
                <a:tab algn="l" pos="0"/>
              </a:tabLst>
              <a:defRPr b="0" lang="en-US" sz="1400" strike="noStrike" u="none">
                <a:solidFill>
                  <a:srgbClr val="000000"/>
                </a:solidFill>
                <a:effectLst/>
                <a:uFillTx/>
                <a:latin typeface="Noto Sans"/>
              </a:defRPr>
            </a:lvl1pPr>
          </a:lstStyle>
          <a:p>
            <a:pPr indent="0">
              <a:lnSpc>
                <a:spcPct val="100000"/>
              </a:lnSpc>
              <a:buNone/>
              <a:tabLst>
                <a:tab algn="l" pos="0"/>
              </a:tabLst>
            </a:pPr>
            <a:r>
              <a:rPr b="0" lang="en-US" sz="1400" strike="noStrike" u="none">
                <a:solidFill>
                  <a:srgbClr val="000000"/>
                </a:solidFill>
                <a:effectLst/>
                <a:uFillTx/>
                <a:latin typeface="Noto Sans"/>
              </a:rPr>
              <a:t>&lt;date/time&gt;</a:t>
            </a:r>
            <a:endParaRPr b="0" lang="en-US" sz="1400" strike="noStrike" u="none">
              <a:solidFill>
                <a:srgbClr val="000000"/>
              </a:solidFill>
              <a:effectLst/>
              <a:uFillTx/>
              <a:latin typeface="Times New Roman"/>
            </a:endParaRPr>
          </a:p>
        </p:txBody>
      </p:sp>
      <p:sp>
        <p:nvSpPr>
          <p:cNvPr id="6" name="PlaceHolder 4"/>
          <p:cNvSpPr>
            <a:spLocks noGrp="1"/>
          </p:cNvSpPr>
          <p:nvPr>
            <p:ph type="ftr" idx="2"/>
          </p:nvPr>
        </p:nvSpPr>
        <p:spPr>
          <a:xfrm>
            <a:off x="3419640" y="5919120"/>
            <a:ext cx="3238920" cy="269640"/>
          </a:xfrm>
          <a:prstGeom prst="rect">
            <a:avLst/>
          </a:prstGeom>
          <a:noFill/>
          <a:ln w="0">
            <a:noFill/>
          </a:ln>
        </p:spPr>
        <p:txBody>
          <a:bodyPr lIns="0" rIns="0" tIns="0" bIns="0" anchor="t">
            <a:spAutoFit/>
          </a:bodyPr>
          <a:lstStyle>
            <a:lvl1pPr indent="0" algn="ctr">
              <a:lnSpc>
                <a:spcPct val="100000"/>
              </a:lnSpc>
              <a:buNone/>
              <a:tabLst>
                <a:tab algn="l" pos="0"/>
              </a:tabLst>
              <a:defRPr b="0" lang="en-US" sz="1400" strike="noStrike" u="none">
                <a:solidFill>
                  <a:srgbClr val="000000"/>
                </a:solidFill>
                <a:effectLst/>
                <a:uFillTx/>
                <a:latin typeface="Noto Sans"/>
              </a:defRPr>
            </a:lvl1pPr>
          </a:lstStyle>
          <a:p>
            <a:pPr indent="0" algn="ctr">
              <a:lnSpc>
                <a:spcPct val="100000"/>
              </a:lnSpc>
              <a:buNone/>
              <a:tabLst>
                <a:tab algn="l" pos="0"/>
              </a:tabLst>
            </a:pPr>
            <a:r>
              <a:rPr b="0" lang="en-US" sz="1400" strike="noStrike" u="none">
                <a:solidFill>
                  <a:srgbClr val="000000"/>
                </a:solidFill>
                <a:effectLst/>
                <a:uFillTx/>
                <a:latin typeface="Noto Sans"/>
              </a:rPr>
              <a:t>&lt;footer&gt;</a:t>
            </a:r>
            <a:endParaRPr b="0" lang="en-US" sz="1400" strike="noStrike" u="none">
              <a:solidFill>
                <a:srgbClr val="000000"/>
              </a:solidFill>
              <a:effectLst/>
              <a:uFillTx/>
              <a:latin typeface="Times New Roman"/>
            </a:endParaRPr>
          </a:p>
        </p:txBody>
      </p:sp>
      <p:sp>
        <p:nvSpPr>
          <p:cNvPr id="7" name="PlaceHolder 5"/>
          <p:cNvSpPr>
            <a:spLocks noGrp="1"/>
          </p:cNvSpPr>
          <p:nvPr>
            <p:ph type="sldNum" idx="3"/>
          </p:nvPr>
        </p:nvSpPr>
        <p:spPr>
          <a:xfrm>
            <a:off x="7228080" y="5919120"/>
            <a:ext cx="2346480" cy="242640"/>
          </a:xfrm>
          <a:prstGeom prst="rect">
            <a:avLst/>
          </a:prstGeom>
          <a:noFill/>
          <a:ln w="0">
            <a:noFill/>
          </a:ln>
        </p:spPr>
        <p:txBody>
          <a:bodyPr lIns="0" rIns="0" tIns="0" bIns="0" anchor="t">
            <a:spAutoFit/>
          </a:bodyPr>
          <a:lstStyle>
            <a:lvl1pPr indent="0" algn="r">
              <a:lnSpc>
                <a:spcPct val="100000"/>
              </a:lnSpc>
              <a:buNone/>
              <a:tabLst>
                <a:tab algn="l" pos="0"/>
              </a:tabLst>
              <a:defRPr b="0" lang="en-US" sz="1400" strike="noStrike" u="none">
                <a:solidFill>
                  <a:srgbClr val="ffffff"/>
                </a:solidFill>
                <a:effectLst/>
                <a:uFillTx/>
                <a:latin typeface="Noto Sans"/>
              </a:defRPr>
            </a:lvl1pPr>
          </a:lstStyle>
          <a:p>
            <a:pPr indent="0" algn="r">
              <a:lnSpc>
                <a:spcPct val="100000"/>
              </a:lnSpc>
              <a:buNone/>
              <a:tabLst>
                <a:tab algn="l" pos="0"/>
              </a:tabLst>
            </a:pPr>
            <a:fld id="{B3BB1E60-7181-4D84-9935-5099198B6930}" type="slidenum">
              <a:rPr b="0" lang="en-US" sz="1400" strike="noStrike" u="none">
                <a:solidFill>
                  <a:srgbClr val="ffffff"/>
                </a:solidFill>
                <a:effectLst/>
                <a:uFillTx/>
                <a:latin typeface="Noto Sans"/>
              </a:rPr>
              <a:t>&lt;number&gt;</a:t>
            </a:fld>
            <a:endParaRPr b="0" lang="en-US" sz="14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Freshes">
    <p:spTree>
      <p:nvGrpSpPr>
        <p:cNvPr id="1" name=""/>
        <p:cNvGrpSpPr/>
        <p:nvPr/>
      </p:nvGrpSpPr>
      <p:grpSpPr>
        <a:xfrm>
          <a:off x="0" y="0"/>
          <a:ext cx="0" cy="0"/>
          <a:chOff x="0" y="0"/>
          <a:chExt cx="0" cy="0"/>
        </a:xfrm>
      </p:grpSpPr>
      <p:pic>
        <p:nvPicPr>
          <p:cNvPr id="8" name="" descr=""/>
          <p:cNvPicPr/>
          <p:nvPr/>
        </p:nvPicPr>
        <p:blipFill>
          <a:blip r:embed="rId2"/>
          <a:stretch/>
        </p:blipFill>
        <p:spPr>
          <a:xfrm>
            <a:off x="0" y="0"/>
            <a:ext cx="10078560" cy="6298560"/>
          </a:xfrm>
          <a:prstGeom prst="rect">
            <a:avLst/>
          </a:prstGeom>
          <a:noFill/>
          <a:ln w="0">
            <a:noFill/>
          </a:ln>
        </p:spPr>
      </p:pic>
      <p:sp>
        <p:nvSpPr>
          <p:cNvPr id="9" name="PlaceHolder 1"/>
          <p:cNvSpPr>
            <a:spLocks noGrp="1"/>
          </p:cNvSpPr>
          <p:nvPr>
            <p:ph type="title"/>
          </p:nvPr>
        </p:nvSpPr>
        <p:spPr>
          <a:xfrm>
            <a:off x="719640" y="639720"/>
            <a:ext cx="8638560" cy="2799000"/>
          </a:xfrm>
          <a:prstGeom prst="rect">
            <a:avLst/>
          </a:prstGeom>
          <a:noFill/>
          <a:ln w="0">
            <a:noFill/>
          </a:ln>
        </p:spPr>
        <p:txBody>
          <a:bodyPr lIns="0" rIns="0" tIns="0" bIns="0" anchor="ctr">
            <a:normAutofit/>
          </a:bodyPr>
          <a:p>
            <a:pPr indent="0">
              <a:lnSpc>
                <a:spcPct val="100000"/>
              </a:lnSpc>
              <a:buNone/>
              <a:tabLst>
                <a:tab algn="l" pos="0"/>
              </a:tabLst>
            </a:pPr>
            <a:r>
              <a:rPr b="1" lang="en-US" sz="7200" strike="noStrike" u="none">
                <a:solidFill>
                  <a:srgbClr val="ffffff"/>
                </a:solidFill>
                <a:effectLst/>
                <a:uFillTx/>
                <a:latin typeface="Noto Sans"/>
              </a:rPr>
              <a:t>Click to edit the title text format</a:t>
            </a:r>
            <a:endParaRPr b="0" lang="en-US" sz="7200" strike="noStrike" u="none">
              <a:solidFill>
                <a:srgbClr val="000000"/>
              </a:solidFill>
              <a:effectLst/>
              <a:uFillTx/>
              <a:latin typeface="Arial"/>
            </a:endParaRPr>
          </a:p>
        </p:txBody>
      </p:sp>
      <p:sp>
        <p:nvSpPr>
          <p:cNvPr id="10" name="PlaceHolder 2"/>
          <p:cNvSpPr>
            <a:spLocks noGrp="1"/>
          </p:cNvSpPr>
          <p:nvPr>
            <p:ph type="body"/>
          </p:nvPr>
        </p:nvSpPr>
        <p:spPr>
          <a:xfrm>
            <a:off x="719640" y="3679200"/>
            <a:ext cx="6838920" cy="2198880"/>
          </a:xfrm>
          <a:prstGeom prst="rect">
            <a:avLst/>
          </a:prstGeom>
          <a:noFill/>
          <a:ln w="0">
            <a:noFill/>
          </a:ln>
        </p:spPr>
        <p:txBody>
          <a:bodyPr lIns="0" rIns="0" tIns="0" bIns="0" anchor="t">
            <a:normAutofit fontScale="85000" lnSpcReduction="19999"/>
          </a:bodyPr>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Noto Sans"/>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800" strike="noStrike" u="none">
                <a:solidFill>
                  <a:srgbClr val="ffffff"/>
                </a:solidFill>
                <a:effectLst/>
                <a:uFillTx/>
                <a:latin typeface="Noto Sans"/>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400" strike="noStrike" u="none">
                <a:solidFill>
                  <a:srgbClr val="ffffff"/>
                </a:solidFill>
                <a:effectLst/>
                <a:uFillTx/>
                <a:latin typeface="Noto Sans"/>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000" strike="noStrike" u="none">
                <a:solidFill>
                  <a:srgbClr val="ffffff"/>
                </a:solidFill>
                <a:effectLst/>
                <a:uFillTx/>
                <a:latin typeface="Noto Sans"/>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000" strike="noStrike" u="none">
                <a:solidFill>
                  <a:srgbClr val="ffffff"/>
                </a:solidFill>
                <a:effectLst/>
                <a:uFillTx/>
                <a:latin typeface="Noto Sans"/>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000" strike="noStrike" u="none">
                <a:solidFill>
                  <a:srgbClr val="ffffff"/>
                </a:solidFill>
                <a:effectLst/>
                <a:uFillTx/>
                <a:latin typeface="Noto Sans"/>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000" strike="noStrike" u="none">
                <a:solidFill>
                  <a:srgbClr val="ffffff"/>
                </a:solidFill>
                <a:effectLst/>
                <a:uFillTx/>
                <a:latin typeface="Noto Sans"/>
              </a:rPr>
              <a:t>Seventh Outline Level</a:t>
            </a:r>
            <a:endParaRPr b="0" lang="en-US" sz="20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One Bullet">
    <p:bg>
      <p:bgPr>
        <a:blipFill rotWithShape="0">
          <a:blip r:embed="rId2"/>
          <a:stretch/>
        </a:blipFill>
      </p:bgPr>
    </p:bg>
    <p:spTree>
      <p:nvGrpSpPr>
        <p:cNvPr id="1" name=""/>
        <p:cNvGrpSpPr/>
        <p:nvPr/>
      </p:nvGrpSpPr>
      <p:grpSpPr>
        <a:xfrm>
          <a:off x="0" y="0"/>
          <a:ext cx="0" cy="0"/>
          <a:chOff x="0" y="0"/>
          <a:chExt cx="0" cy="0"/>
        </a:xfrm>
      </p:grpSpPr>
      <p:sp>
        <p:nvSpPr>
          <p:cNvPr id="11" name=""/>
          <p:cNvSpPr/>
          <p:nvPr/>
        </p:nvSpPr>
        <p:spPr>
          <a:xfrm>
            <a:off x="0" y="0"/>
            <a:ext cx="10078560" cy="6298560"/>
          </a:xfrm>
          <a:prstGeom prst="rect">
            <a:avLst/>
          </a:prstGeom>
          <a:solidFill>
            <a:srgbClr val="0d84a1">
              <a:alpha val="45000"/>
            </a:srgbClr>
          </a:solidFill>
          <a:ln w="0">
            <a:noFill/>
          </a:ln>
        </p:spPr>
        <p:style>
          <a:lnRef idx="0"/>
          <a:fillRef idx="0"/>
          <a:effectRef idx="0"/>
          <a:fontRef idx="minor"/>
        </p:style>
        <p:txBody>
          <a:bodyPr wrap="none" lIns="0" rIns="0" tIns="0" bIns="0" anchor="ctr">
            <a:noAutofit/>
          </a:bodyPr>
          <a:p>
            <a:pPr algn="ctr">
              <a:lnSpc>
                <a:spcPct val="100000"/>
              </a:lnSpc>
            </a:pPr>
            <a:endParaRPr b="0" lang="en-US" sz="1800" strike="noStrike" u="none">
              <a:solidFill>
                <a:srgbClr val="ffffff"/>
              </a:solidFill>
              <a:effectLst/>
              <a:uFillTx/>
              <a:latin typeface="Noto Sans"/>
              <a:ea typeface="DejaVu Sans"/>
            </a:endParaRPr>
          </a:p>
        </p:txBody>
      </p:sp>
      <p:sp>
        <p:nvSpPr>
          <p:cNvPr id="12" name="PlaceHolder 1"/>
          <p:cNvSpPr>
            <a:spLocks noGrp="1"/>
          </p:cNvSpPr>
          <p:nvPr>
            <p:ph type="title"/>
          </p:nvPr>
        </p:nvSpPr>
        <p:spPr>
          <a:xfrm>
            <a:off x="539640" y="239760"/>
            <a:ext cx="8998560" cy="1038960"/>
          </a:xfrm>
          <a:prstGeom prst="rect">
            <a:avLst/>
          </a:prstGeom>
          <a:noFill/>
          <a:ln w="0">
            <a:noFill/>
          </a:ln>
        </p:spPr>
        <p:txBody>
          <a:bodyPr lIns="0" rIns="0" tIns="0" bIns="0" anchor="ctr">
            <a:normAutofit fontScale="92500" lnSpcReduction="9999"/>
          </a:bodyPr>
          <a:p>
            <a:pPr indent="0" algn="ctr">
              <a:lnSpc>
                <a:spcPct val="100000"/>
              </a:lnSpc>
              <a:buNone/>
              <a:tabLst>
                <a:tab algn="l" pos="0"/>
              </a:tabLst>
            </a:pPr>
            <a:r>
              <a:rPr b="1" lang="en-US" sz="4400" strike="noStrike" u="none">
                <a:solidFill>
                  <a:srgbClr val="ffffff"/>
                </a:solidFill>
                <a:effectLst/>
                <a:uFillTx/>
                <a:latin typeface="Noto Sans"/>
              </a:rPr>
              <a:t>Click to edit the title text format</a:t>
            </a:r>
            <a:endParaRPr b="0" lang="en-US" sz="4400" strike="noStrike" u="none">
              <a:solidFill>
                <a:srgbClr val="000000"/>
              </a:solidFill>
              <a:effectLst/>
              <a:uFillTx/>
              <a:latin typeface="Arial"/>
            </a:endParaRPr>
          </a:p>
        </p:txBody>
      </p:sp>
      <p:sp>
        <p:nvSpPr>
          <p:cNvPr id="13" name="PlaceHolder 2"/>
          <p:cNvSpPr>
            <a:spLocks noGrp="1"/>
          </p:cNvSpPr>
          <p:nvPr>
            <p:ph type="body"/>
          </p:nvPr>
        </p:nvSpPr>
        <p:spPr>
          <a:xfrm>
            <a:off x="503640" y="1473480"/>
            <a:ext cx="9070560" cy="365148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Noto Sans"/>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800" strike="noStrike" u="none">
                <a:solidFill>
                  <a:srgbClr val="ffffff"/>
                </a:solidFill>
                <a:effectLst/>
                <a:uFillTx/>
                <a:latin typeface="Noto Sans"/>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400" strike="noStrike" u="none">
                <a:solidFill>
                  <a:srgbClr val="ffffff"/>
                </a:solidFill>
                <a:effectLst/>
                <a:uFillTx/>
                <a:latin typeface="Noto Sans"/>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000" strike="noStrike" u="none">
                <a:solidFill>
                  <a:srgbClr val="ffffff"/>
                </a:solidFill>
                <a:effectLst/>
                <a:uFillTx/>
                <a:latin typeface="Noto Sans"/>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000" strike="noStrike" u="none">
                <a:solidFill>
                  <a:srgbClr val="ffffff"/>
                </a:solidFill>
                <a:effectLst/>
                <a:uFillTx/>
                <a:latin typeface="Noto Sans"/>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000" strike="noStrike" u="none">
                <a:solidFill>
                  <a:srgbClr val="ffffff"/>
                </a:solidFill>
                <a:effectLst/>
                <a:uFillTx/>
                <a:latin typeface="Noto Sans"/>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000" strike="noStrike" u="none">
                <a:solidFill>
                  <a:srgbClr val="ffffff"/>
                </a:solidFill>
                <a:effectLst/>
                <a:uFillTx/>
                <a:latin typeface="Noto Sans"/>
              </a:rPr>
              <a:t>Seventh Outline Level</a:t>
            </a:r>
            <a:endParaRPr b="0" lang="en-US" sz="2000" strike="noStrike" u="none">
              <a:solidFill>
                <a:srgbClr val="000000"/>
              </a:solidFill>
              <a:effectLst/>
              <a:uFillTx/>
              <a:latin typeface="Arial"/>
            </a:endParaRPr>
          </a:p>
        </p:txBody>
      </p:sp>
      <p:sp>
        <p:nvSpPr>
          <p:cNvPr id="14" name="PlaceHolder 3"/>
          <p:cNvSpPr>
            <a:spLocks noGrp="1"/>
          </p:cNvSpPr>
          <p:nvPr>
            <p:ph type="dt" idx="4"/>
          </p:nvPr>
        </p:nvSpPr>
        <p:spPr>
          <a:xfrm>
            <a:off x="503640" y="5919120"/>
            <a:ext cx="2346480" cy="269640"/>
          </a:xfrm>
          <a:prstGeom prst="rect">
            <a:avLst/>
          </a:prstGeom>
          <a:noFill/>
          <a:ln w="0">
            <a:noFill/>
          </a:ln>
        </p:spPr>
        <p:txBody>
          <a:bodyPr lIns="0" rIns="0" tIns="0" bIns="0" anchor="t">
            <a:spAutoFit/>
          </a:bodyPr>
          <a:lstStyle>
            <a:lvl1pPr indent="0">
              <a:lnSpc>
                <a:spcPct val="100000"/>
              </a:lnSpc>
              <a:buNone/>
              <a:tabLst>
                <a:tab algn="l" pos="0"/>
              </a:tabLst>
              <a:defRPr b="0" lang="en-US" sz="1400" strike="noStrike" u="none">
                <a:solidFill>
                  <a:srgbClr val="ffffff"/>
                </a:solidFill>
                <a:effectLst/>
                <a:uFillTx/>
                <a:latin typeface="Noto Sans"/>
              </a:defRPr>
            </a:lvl1pPr>
          </a:lstStyle>
          <a:p>
            <a:pPr indent="0">
              <a:lnSpc>
                <a:spcPct val="100000"/>
              </a:lnSpc>
              <a:buNone/>
              <a:tabLst>
                <a:tab algn="l" pos="0"/>
              </a:tabLst>
            </a:pPr>
            <a:r>
              <a:rPr b="0" lang="en-US" sz="1400" strike="noStrike" u="none">
                <a:solidFill>
                  <a:srgbClr val="ffffff"/>
                </a:solidFill>
                <a:effectLst/>
                <a:uFillTx/>
                <a:latin typeface="Noto Sans"/>
              </a:rPr>
              <a:t>&lt;date/time&gt;</a:t>
            </a:r>
            <a:endParaRPr b="0" lang="en-US" sz="1400" strike="noStrike" u="none">
              <a:solidFill>
                <a:srgbClr val="000000"/>
              </a:solidFill>
              <a:effectLst/>
              <a:uFillTx/>
              <a:latin typeface="Times New Roman"/>
            </a:endParaRPr>
          </a:p>
        </p:txBody>
      </p:sp>
      <p:sp>
        <p:nvSpPr>
          <p:cNvPr id="15" name="PlaceHolder 4"/>
          <p:cNvSpPr>
            <a:spLocks noGrp="1"/>
          </p:cNvSpPr>
          <p:nvPr>
            <p:ph type="ftr" idx="5"/>
          </p:nvPr>
        </p:nvSpPr>
        <p:spPr>
          <a:xfrm>
            <a:off x="3419640" y="5919120"/>
            <a:ext cx="3238920" cy="269640"/>
          </a:xfrm>
          <a:prstGeom prst="rect">
            <a:avLst/>
          </a:prstGeom>
          <a:noFill/>
          <a:ln w="0">
            <a:noFill/>
          </a:ln>
        </p:spPr>
        <p:txBody>
          <a:bodyPr lIns="0" rIns="0" tIns="0" bIns="0" anchor="t">
            <a:spAutoFit/>
          </a:bodyPr>
          <a:lstStyle>
            <a:lvl1pPr indent="0" algn="ctr">
              <a:lnSpc>
                <a:spcPct val="100000"/>
              </a:lnSpc>
              <a:buNone/>
              <a:tabLst>
                <a:tab algn="l" pos="0"/>
              </a:tabLst>
              <a:defRPr b="0" lang="en-US" sz="1400" strike="noStrike" u="none">
                <a:solidFill>
                  <a:srgbClr val="ffffff"/>
                </a:solidFill>
                <a:effectLst/>
                <a:uFillTx/>
                <a:latin typeface="Noto Sans"/>
              </a:defRPr>
            </a:lvl1pPr>
          </a:lstStyle>
          <a:p>
            <a:pPr indent="0" algn="ctr">
              <a:lnSpc>
                <a:spcPct val="100000"/>
              </a:lnSpc>
              <a:buNone/>
              <a:tabLst>
                <a:tab algn="l" pos="0"/>
              </a:tabLst>
            </a:pPr>
            <a:r>
              <a:rPr b="0" lang="en-US" sz="1400" strike="noStrike" u="none">
                <a:solidFill>
                  <a:srgbClr val="ffffff"/>
                </a:solidFill>
                <a:effectLst/>
                <a:uFillTx/>
                <a:latin typeface="Noto Sans"/>
              </a:rPr>
              <a:t>&lt;footer&gt;</a:t>
            </a:r>
            <a:endParaRPr b="0" lang="en-US" sz="1400" strike="noStrike" u="none">
              <a:solidFill>
                <a:srgbClr val="000000"/>
              </a:solidFill>
              <a:effectLst/>
              <a:uFillTx/>
              <a:latin typeface="Times New Roman"/>
            </a:endParaRPr>
          </a:p>
        </p:txBody>
      </p:sp>
      <p:sp>
        <p:nvSpPr>
          <p:cNvPr id="16" name="PlaceHolder 5"/>
          <p:cNvSpPr>
            <a:spLocks noGrp="1"/>
          </p:cNvSpPr>
          <p:nvPr>
            <p:ph type="sldNum" idx="6"/>
          </p:nvPr>
        </p:nvSpPr>
        <p:spPr>
          <a:xfrm>
            <a:off x="7228080" y="5919120"/>
            <a:ext cx="2346480" cy="242640"/>
          </a:xfrm>
          <a:prstGeom prst="rect">
            <a:avLst/>
          </a:prstGeom>
          <a:noFill/>
          <a:ln w="0">
            <a:noFill/>
          </a:ln>
        </p:spPr>
        <p:txBody>
          <a:bodyPr lIns="0" rIns="0" tIns="0" bIns="0" anchor="t">
            <a:spAutoFit/>
          </a:bodyPr>
          <a:lstStyle>
            <a:lvl1pPr indent="0" algn="r">
              <a:lnSpc>
                <a:spcPct val="100000"/>
              </a:lnSpc>
              <a:buNone/>
              <a:tabLst>
                <a:tab algn="l" pos="0"/>
              </a:tabLst>
              <a:defRPr b="0" lang="en-US" sz="1400" strike="noStrike" u="none">
                <a:solidFill>
                  <a:srgbClr val="ffffff"/>
                </a:solidFill>
                <a:effectLst/>
                <a:uFillTx/>
                <a:latin typeface="Noto Sans"/>
              </a:defRPr>
            </a:lvl1pPr>
          </a:lstStyle>
          <a:p>
            <a:pPr indent="0" algn="r">
              <a:lnSpc>
                <a:spcPct val="100000"/>
              </a:lnSpc>
              <a:buNone/>
              <a:tabLst>
                <a:tab algn="l" pos="0"/>
              </a:tabLst>
            </a:pPr>
            <a:fld id="{8DC44880-E902-479D-9056-2840F279E957}" type="slidenum">
              <a:rPr b="0" lang="en-US" sz="1400" strike="noStrike" u="none">
                <a:solidFill>
                  <a:srgbClr val="ffffff"/>
                </a:solidFill>
                <a:effectLst/>
                <a:uFillTx/>
                <a:latin typeface="Noto Sans"/>
              </a:rPr>
              <a:t>&lt;number&gt;</a:t>
            </a:fld>
            <a:endParaRPr b="0" lang="en-US" sz="14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
    <p:bg>
      <p:bgPr>
        <a:blipFill rotWithShape="0">
          <a:blip r:embed="rId2"/>
          <a:stretch/>
        </a:blipFill>
      </p:bgPr>
    </p:bg>
    <p:spTree>
      <p:nvGrpSpPr>
        <p:cNvPr id="1" name=""/>
        <p:cNvGrpSpPr/>
        <p:nvPr/>
      </p:nvGrpSpPr>
      <p:grpSpPr>
        <a:xfrm>
          <a:off x="0" y="0"/>
          <a:ext cx="0" cy="0"/>
          <a:chOff x="0" y="0"/>
          <a:chExt cx="0" cy="0"/>
        </a:xfrm>
      </p:grpSpPr>
      <p:sp>
        <p:nvSpPr>
          <p:cNvPr id="17" name=""/>
          <p:cNvSpPr/>
          <p:nvPr/>
        </p:nvSpPr>
        <p:spPr>
          <a:xfrm>
            <a:off x="0" y="0"/>
            <a:ext cx="10078560" cy="6298560"/>
          </a:xfrm>
          <a:prstGeom prst="rect">
            <a:avLst/>
          </a:prstGeom>
          <a:solidFill>
            <a:srgbClr val="0d84a1">
              <a:alpha val="45000"/>
            </a:srgbClr>
          </a:solidFill>
          <a:ln w="0">
            <a:noFill/>
          </a:ln>
        </p:spPr>
        <p:style>
          <a:lnRef idx="0"/>
          <a:fillRef idx="0"/>
          <a:effectRef idx="0"/>
          <a:fontRef idx="minor"/>
        </p:style>
        <p:txBody>
          <a:bodyPr wrap="none" lIns="0" rIns="0" tIns="0" bIns="0" anchor="ctr">
            <a:noAutofit/>
          </a:bodyPr>
          <a:p>
            <a:pPr algn="ctr">
              <a:lnSpc>
                <a:spcPct val="100000"/>
              </a:lnSpc>
            </a:pPr>
            <a:endParaRPr b="0" lang="en-US" sz="1800" strike="noStrike" u="none">
              <a:solidFill>
                <a:srgbClr val="ffffff"/>
              </a:solidFill>
              <a:effectLst/>
              <a:uFillTx/>
              <a:latin typeface="Noto Sans"/>
              <a:ea typeface="DejaVu Sans"/>
            </a:endParaRPr>
          </a:p>
        </p:txBody>
      </p:sp>
      <p:sp>
        <p:nvSpPr>
          <p:cNvPr id="18" name="PlaceHolder 1"/>
          <p:cNvSpPr>
            <a:spLocks noGrp="1"/>
          </p:cNvSpPr>
          <p:nvPr>
            <p:ph type="title"/>
          </p:nvPr>
        </p:nvSpPr>
        <p:spPr>
          <a:xfrm>
            <a:off x="539640" y="239760"/>
            <a:ext cx="8998560" cy="1038960"/>
          </a:xfrm>
          <a:prstGeom prst="rect">
            <a:avLst/>
          </a:prstGeom>
          <a:noFill/>
          <a:ln w="0">
            <a:noFill/>
          </a:ln>
        </p:spPr>
        <p:txBody>
          <a:bodyPr lIns="0" rIns="0" tIns="0" bIns="0" anchor="ctr">
            <a:normAutofit fontScale="92500" lnSpcReduction="9999"/>
          </a:bodyPr>
          <a:p>
            <a:pPr indent="0" algn="ctr">
              <a:lnSpc>
                <a:spcPct val="100000"/>
              </a:lnSpc>
              <a:buNone/>
              <a:tabLst>
                <a:tab algn="l" pos="0"/>
              </a:tabLst>
            </a:pPr>
            <a:r>
              <a:rPr b="1" lang="en-US" sz="4400" strike="noStrike" u="none">
                <a:solidFill>
                  <a:srgbClr val="ffffff"/>
                </a:solidFill>
                <a:effectLst/>
                <a:uFillTx/>
                <a:latin typeface="Noto Sans"/>
              </a:rPr>
              <a:t>Click to edit the title text format</a:t>
            </a:r>
            <a:endParaRPr b="0" lang="en-US" sz="4400" strike="noStrike" u="none">
              <a:solidFill>
                <a:srgbClr val="000000"/>
              </a:solidFill>
              <a:effectLst/>
              <a:uFillTx/>
              <a:latin typeface="Arial"/>
            </a:endParaRPr>
          </a:p>
        </p:txBody>
      </p:sp>
      <p:sp>
        <p:nvSpPr>
          <p:cNvPr id="19" name="PlaceHolder 2"/>
          <p:cNvSpPr>
            <a:spLocks noGrp="1"/>
          </p:cNvSpPr>
          <p:nvPr>
            <p:ph type="body"/>
          </p:nvPr>
        </p:nvSpPr>
        <p:spPr>
          <a:xfrm>
            <a:off x="503640" y="1473480"/>
            <a:ext cx="9070560" cy="365148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Noto Sans"/>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800" strike="noStrike" u="none">
                <a:solidFill>
                  <a:srgbClr val="ffffff"/>
                </a:solidFill>
                <a:effectLst/>
                <a:uFillTx/>
                <a:latin typeface="Noto Sans"/>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400" strike="noStrike" u="none">
                <a:solidFill>
                  <a:srgbClr val="ffffff"/>
                </a:solidFill>
                <a:effectLst/>
                <a:uFillTx/>
                <a:latin typeface="Noto Sans"/>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000" strike="noStrike" u="none">
                <a:solidFill>
                  <a:srgbClr val="ffffff"/>
                </a:solidFill>
                <a:effectLst/>
                <a:uFillTx/>
                <a:latin typeface="Noto Sans"/>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000" strike="noStrike" u="none">
                <a:solidFill>
                  <a:srgbClr val="ffffff"/>
                </a:solidFill>
                <a:effectLst/>
                <a:uFillTx/>
                <a:latin typeface="Noto Sans"/>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000" strike="noStrike" u="none">
                <a:solidFill>
                  <a:srgbClr val="ffffff"/>
                </a:solidFill>
                <a:effectLst/>
                <a:uFillTx/>
                <a:latin typeface="Noto Sans"/>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000" strike="noStrike" u="none">
                <a:solidFill>
                  <a:srgbClr val="ffffff"/>
                </a:solidFill>
                <a:effectLst/>
                <a:uFillTx/>
                <a:latin typeface="Noto Sans"/>
              </a:rPr>
              <a:t>Seventh Outline Level</a:t>
            </a:r>
            <a:endParaRPr b="0" lang="en-US" sz="2000" strike="noStrike" u="none">
              <a:solidFill>
                <a:srgbClr val="000000"/>
              </a:solidFill>
              <a:effectLst/>
              <a:uFillTx/>
              <a:latin typeface="Arial"/>
            </a:endParaRPr>
          </a:p>
        </p:txBody>
      </p:sp>
      <p:sp>
        <p:nvSpPr>
          <p:cNvPr id="20" name="PlaceHolder 3"/>
          <p:cNvSpPr>
            <a:spLocks noGrp="1"/>
          </p:cNvSpPr>
          <p:nvPr>
            <p:ph type="dt" idx="7"/>
          </p:nvPr>
        </p:nvSpPr>
        <p:spPr>
          <a:xfrm>
            <a:off x="503640" y="5919120"/>
            <a:ext cx="2346480" cy="269640"/>
          </a:xfrm>
          <a:prstGeom prst="rect">
            <a:avLst/>
          </a:prstGeom>
          <a:noFill/>
          <a:ln w="0">
            <a:noFill/>
          </a:ln>
        </p:spPr>
        <p:txBody>
          <a:bodyPr lIns="0" rIns="0" tIns="0" bIns="0" anchor="t">
            <a:spAutoFit/>
          </a:bodyPr>
          <a:lstStyle>
            <a:lvl1pPr indent="0">
              <a:lnSpc>
                <a:spcPct val="100000"/>
              </a:lnSpc>
              <a:buNone/>
              <a:tabLst>
                <a:tab algn="l" pos="0"/>
              </a:tabLst>
              <a:defRPr b="0" lang="en-US" sz="1400" strike="noStrike" u="none">
                <a:solidFill>
                  <a:srgbClr val="ffffff"/>
                </a:solidFill>
                <a:effectLst/>
                <a:uFillTx/>
                <a:latin typeface="Noto Sans"/>
              </a:defRPr>
            </a:lvl1pPr>
          </a:lstStyle>
          <a:p>
            <a:pPr indent="0">
              <a:lnSpc>
                <a:spcPct val="100000"/>
              </a:lnSpc>
              <a:buNone/>
              <a:tabLst>
                <a:tab algn="l" pos="0"/>
              </a:tabLst>
            </a:pPr>
            <a:r>
              <a:rPr b="0" lang="en-US" sz="1400" strike="noStrike" u="none">
                <a:solidFill>
                  <a:srgbClr val="ffffff"/>
                </a:solidFill>
                <a:effectLst/>
                <a:uFillTx/>
                <a:latin typeface="Noto Sans"/>
              </a:rPr>
              <a:t>&lt;date/time&gt;</a:t>
            </a:r>
            <a:endParaRPr b="0" lang="en-US" sz="1400" strike="noStrike" u="none">
              <a:solidFill>
                <a:srgbClr val="000000"/>
              </a:solidFill>
              <a:effectLst/>
              <a:uFillTx/>
              <a:latin typeface="Times New Roman"/>
            </a:endParaRPr>
          </a:p>
        </p:txBody>
      </p:sp>
      <p:sp>
        <p:nvSpPr>
          <p:cNvPr id="21" name="PlaceHolder 4"/>
          <p:cNvSpPr>
            <a:spLocks noGrp="1"/>
          </p:cNvSpPr>
          <p:nvPr>
            <p:ph type="ftr" idx="8"/>
          </p:nvPr>
        </p:nvSpPr>
        <p:spPr>
          <a:xfrm>
            <a:off x="3419640" y="5919120"/>
            <a:ext cx="3238920" cy="269640"/>
          </a:xfrm>
          <a:prstGeom prst="rect">
            <a:avLst/>
          </a:prstGeom>
          <a:noFill/>
          <a:ln w="0">
            <a:noFill/>
          </a:ln>
        </p:spPr>
        <p:txBody>
          <a:bodyPr lIns="0" rIns="0" tIns="0" bIns="0" anchor="t">
            <a:spAutoFit/>
          </a:bodyPr>
          <a:lstStyle>
            <a:lvl1pPr indent="0" algn="ctr">
              <a:lnSpc>
                <a:spcPct val="100000"/>
              </a:lnSpc>
              <a:buNone/>
              <a:tabLst>
                <a:tab algn="l" pos="0"/>
              </a:tabLst>
              <a:defRPr b="0" lang="en-US" sz="1400" strike="noStrike" u="none">
                <a:solidFill>
                  <a:srgbClr val="ffffff"/>
                </a:solidFill>
                <a:effectLst/>
                <a:uFillTx/>
                <a:latin typeface="Noto Sans"/>
              </a:defRPr>
            </a:lvl1pPr>
          </a:lstStyle>
          <a:p>
            <a:pPr indent="0" algn="ctr">
              <a:lnSpc>
                <a:spcPct val="100000"/>
              </a:lnSpc>
              <a:buNone/>
              <a:tabLst>
                <a:tab algn="l" pos="0"/>
              </a:tabLst>
            </a:pPr>
            <a:r>
              <a:rPr b="0" lang="en-US" sz="1400" strike="noStrike" u="none">
                <a:solidFill>
                  <a:srgbClr val="ffffff"/>
                </a:solidFill>
                <a:effectLst/>
                <a:uFillTx/>
                <a:latin typeface="Noto Sans"/>
              </a:rPr>
              <a:t>&lt;footer&gt;</a:t>
            </a:r>
            <a:endParaRPr b="0" lang="en-US" sz="1400" strike="noStrike" u="none">
              <a:solidFill>
                <a:srgbClr val="000000"/>
              </a:solidFill>
              <a:effectLst/>
              <a:uFillTx/>
              <a:latin typeface="Times New Roman"/>
            </a:endParaRPr>
          </a:p>
        </p:txBody>
      </p:sp>
      <p:sp>
        <p:nvSpPr>
          <p:cNvPr id="22" name="PlaceHolder 5"/>
          <p:cNvSpPr>
            <a:spLocks noGrp="1"/>
          </p:cNvSpPr>
          <p:nvPr>
            <p:ph type="sldNum" idx="9"/>
          </p:nvPr>
        </p:nvSpPr>
        <p:spPr>
          <a:xfrm>
            <a:off x="7228080" y="5919120"/>
            <a:ext cx="2346480" cy="242640"/>
          </a:xfrm>
          <a:prstGeom prst="rect">
            <a:avLst/>
          </a:prstGeom>
          <a:noFill/>
          <a:ln w="0">
            <a:noFill/>
          </a:ln>
        </p:spPr>
        <p:txBody>
          <a:bodyPr lIns="0" rIns="0" tIns="0" bIns="0" anchor="t">
            <a:spAutoFit/>
          </a:bodyPr>
          <a:lstStyle>
            <a:lvl1pPr indent="0" algn="r">
              <a:lnSpc>
                <a:spcPct val="100000"/>
              </a:lnSpc>
              <a:buNone/>
              <a:tabLst>
                <a:tab algn="l" pos="0"/>
              </a:tabLst>
              <a:defRPr b="0" lang="en-US" sz="1400" strike="noStrike" u="none">
                <a:solidFill>
                  <a:srgbClr val="ffffff"/>
                </a:solidFill>
                <a:effectLst/>
                <a:uFillTx/>
                <a:latin typeface="Noto Sans"/>
              </a:defRPr>
            </a:lvl1pPr>
          </a:lstStyle>
          <a:p>
            <a:pPr indent="0" algn="r">
              <a:lnSpc>
                <a:spcPct val="100000"/>
              </a:lnSpc>
              <a:buNone/>
              <a:tabLst>
                <a:tab algn="l" pos="0"/>
              </a:tabLst>
            </a:pPr>
            <a:fld id="{7631DB9A-61B6-4588-827A-4B9FE1A44D6C}" type="slidenum">
              <a:rPr b="0" lang="en-US" sz="1400" strike="noStrike" u="none">
                <a:solidFill>
                  <a:srgbClr val="ffffff"/>
                </a:solidFill>
                <a:effectLst/>
                <a:uFillTx/>
                <a:latin typeface="Noto Sans"/>
              </a:rPr>
              <a:t>&lt;number&gt;</a:t>
            </a:fld>
            <a:endParaRPr b="0" lang="en-US" sz="14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wo Bullets">
    <p:spTree>
      <p:nvGrpSpPr>
        <p:cNvPr id="1" name=""/>
        <p:cNvGrpSpPr/>
        <p:nvPr/>
      </p:nvGrpSpPr>
      <p:grpSpPr>
        <a:xfrm>
          <a:off x="0" y="0"/>
          <a:ext cx="0" cy="0"/>
          <a:chOff x="0" y="0"/>
          <a:chExt cx="0" cy="0"/>
        </a:xfrm>
      </p:grpSpPr>
      <p:pic>
        <p:nvPicPr>
          <p:cNvPr id="23" name="" descr=""/>
          <p:cNvPicPr/>
          <p:nvPr/>
        </p:nvPicPr>
        <p:blipFill>
          <a:blip r:embed="rId2"/>
          <a:stretch/>
        </p:blipFill>
        <p:spPr>
          <a:xfrm>
            <a:off x="0" y="0"/>
            <a:ext cx="2467080" cy="6298560"/>
          </a:xfrm>
          <a:prstGeom prst="rect">
            <a:avLst/>
          </a:prstGeom>
          <a:noFill/>
          <a:ln w="0">
            <a:noFill/>
          </a:ln>
        </p:spPr>
      </p:pic>
      <p:sp>
        <p:nvSpPr>
          <p:cNvPr id="24" name="PlaceHolder 1"/>
          <p:cNvSpPr>
            <a:spLocks noGrp="1"/>
          </p:cNvSpPr>
          <p:nvPr>
            <p:ph type="title"/>
          </p:nvPr>
        </p:nvSpPr>
        <p:spPr>
          <a:xfrm>
            <a:off x="2519640" y="239760"/>
            <a:ext cx="7018920" cy="1050120"/>
          </a:xfrm>
          <a:prstGeom prst="rect">
            <a:avLst/>
          </a:prstGeom>
          <a:noFill/>
          <a:ln w="0">
            <a:noFill/>
          </a:ln>
        </p:spPr>
        <p:txBody>
          <a:bodyPr lIns="0" rIns="0" tIns="0" bIns="0" anchor="ctr">
            <a:normAutofit fontScale="85000" lnSpcReduction="9999"/>
          </a:bodyPr>
          <a:p>
            <a:pPr indent="0" algn="ctr">
              <a:lnSpc>
                <a:spcPct val="100000"/>
              </a:lnSpc>
              <a:buNone/>
              <a:tabLst>
                <a:tab algn="l" pos="0"/>
              </a:tabLst>
            </a:pPr>
            <a:r>
              <a:rPr b="1" lang="en-US" sz="4400" strike="noStrike" u="none">
                <a:solidFill>
                  <a:srgbClr val="0d84a1"/>
                </a:solidFill>
                <a:effectLst/>
                <a:uFillTx/>
                <a:latin typeface="Noto Sans"/>
              </a:rPr>
              <a:t>Click to edit the title text format</a:t>
            </a:r>
            <a:endParaRPr b="0" lang="en-US" sz="4400" strike="noStrike" u="none">
              <a:solidFill>
                <a:srgbClr val="000000"/>
              </a:solidFill>
              <a:effectLst/>
              <a:uFillTx/>
              <a:latin typeface="Arial"/>
            </a:endParaRPr>
          </a:p>
        </p:txBody>
      </p:sp>
      <p:sp>
        <p:nvSpPr>
          <p:cNvPr id="25" name="PlaceHolder 2"/>
          <p:cNvSpPr>
            <a:spLocks noGrp="1"/>
          </p:cNvSpPr>
          <p:nvPr>
            <p:ph type="body"/>
          </p:nvPr>
        </p:nvSpPr>
        <p:spPr>
          <a:xfrm>
            <a:off x="2519640" y="1473480"/>
            <a:ext cx="7018920" cy="3651480"/>
          </a:xfrm>
          <a:prstGeom prst="rect">
            <a:avLst/>
          </a:prstGeom>
          <a:noFill/>
          <a:ln w="0">
            <a:noFill/>
          </a:ln>
        </p:spPr>
        <p:txBody>
          <a:bodyPr lIns="0" rIns="0" tIns="0" bIns="0" anchor="t">
            <a:normAutofit/>
          </a:bodyPr>
          <a:p>
            <a:pPr marL="432000" indent="-324000">
              <a:lnSpc>
                <a:spcPct val="100000"/>
              </a:lnSpc>
              <a:spcBef>
                <a:spcPts val="1417"/>
              </a:spcBef>
              <a:buClr>
                <a:srgbClr val="666666"/>
              </a:buClr>
              <a:buSzPct val="45000"/>
              <a:buFont typeface="Wingdings" charset="2"/>
              <a:buChar char=""/>
            </a:pPr>
            <a:r>
              <a:rPr b="0" lang="en-US" sz="3200" strike="noStrike" u="none">
                <a:solidFill>
                  <a:srgbClr val="666666"/>
                </a:solidFill>
                <a:effectLst/>
                <a:uFillTx/>
                <a:latin typeface="Noto Sans"/>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666666"/>
              </a:buClr>
              <a:buSzPct val="75000"/>
              <a:buFont typeface="Symbol" charset="2"/>
              <a:buChar char=""/>
            </a:pPr>
            <a:r>
              <a:rPr b="0" lang="en-US" sz="2800" strike="noStrike" u="none">
                <a:solidFill>
                  <a:srgbClr val="666666"/>
                </a:solidFill>
                <a:effectLst/>
                <a:uFillTx/>
                <a:latin typeface="Noto Sans"/>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666666"/>
              </a:buClr>
              <a:buSzPct val="45000"/>
              <a:buFont typeface="Wingdings" charset="2"/>
              <a:buChar char=""/>
            </a:pPr>
            <a:r>
              <a:rPr b="0" lang="en-US" sz="2400" strike="noStrike" u="none">
                <a:solidFill>
                  <a:srgbClr val="666666"/>
                </a:solidFill>
                <a:effectLst/>
                <a:uFillTx/>
                <a:latin typeface="Noto Sans"/>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666666"/>
              </a:buClr>
              <a:buSzPct val="75000"/>
              <a:buFont typeface="Symbol" charset="2"/>
              <a:buChar char=""/>
            </a:pPr>
            <a:r>
              <a:rPr b="0" lang="en-US" sz="2000" strike="noStrike" u="none">
                <a:solidFill>
                  <a:srgbClr val="666666"/>
                </a:solidFill>
                <a:effectLst/>
                <a:uFillTx/>
                <a:latin typeface="Noto Sans"/>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Seventh Outline Level</a:t>
            </a:r>
            <a:endParaRPr b="0" lang="en-US" sz="2000" strike="noStrike" u="none">
              <a:solidFill>
                <a:srgbClr val="000000"/>
              </a:solidFill>
              <a:effectLst/>
              <a:uFillTx/>
              <a:latin typeface="Arial"/>
            </a:endParaRPr>
          </a:p>
        </p:txBody>
      </p:sp>
      <p:sp>
        <p:nvSpPr>
          <p:cNvPr id="26" name="PlaceHolder 3"/>
          <p:cNvSpPr>
            <a:spLocks noGrp="1"/>
          </p:cNvSpPr>
          <p:nvPr>
            <p:ph type="dt" idx="10"/>
          </p:nvPr>
        </p:nvSpPr>
        <p:spPr>
          <a:xfrm>
            <a:off x="503640" y="5919120"/>
            <a:ext cx="2346480" cy="269640"/>
          </a:xfrm>
          <a:prstGeom prst="rect">
            <a:avLst/>
          </a:prstGeom>
          <a:noFill/>
          <a:ln w="0">
            <a:noFill/>
          </a:ln>
        </p:spPr>
        <p:txBody>
          <a:bodyPr lIns="0" rIns="0" tIns="0" bIns="0" anchor="t">
            <a:spAutoFit/>
          </a:bodyPr>
          <a:lstStyle>
            <a:lvl1pPr indent="0">
              <a:lnSpc>
                <a:spcPct val="100000"/>
              </a:lnSpc>
              <a:buNone/>
              <a:tabLst>
                <a:tab algn="l" pos="0"/>
              </a:tabLst>
              <a:defRPr b="0" lang="en-US" sz="1400" strike="noStrike" u="none">
                <a:solidFill>
                  <a:srgbClr val="ffffff"/>
                </a:solidFill>
                <a:effectLst/>
                <a:uFillTx/>
                <a:latin typeface="Noto Sans"/>
              </a:defRPr>
            </a:lvl1pPr>
          </a:lstStyle>
          <a:p>
            <a:pPr indent="0">
              <a:lnSpc>
                <a:spcPct val="100000"/>
              </a:lnSpc>
              <a:buNone/>
              <a:tabLst>
                <a:tab algn="l" pos="0"/>
              </a:tabLst>
            </a:pPr>
            <a:r>
              <a:rPr b="0" lang="en-US" sz="1400" strike="noStrike" u="none">
                <a:solidFill>
                  <a:srgbClr val="ffffff"/>
                </a:solidFill>
                <a:effectLst/>
                <a:uFillTx/>
                <a:latin typeface="Noto Sans"/>
              </a:rPr>
              <a:t>&lt;date/time&gt;</a:t>
            </a:r>
            <a:endParaRPr b="0" lang="en-US" sz="1400" strike="noStrike" u="none">
              <a:solidFill>
                <a:srgbClr val="000000"/>
              </a:solidFill>
              <a:effectLst/>
              <a:uFillTx/>
              <a:latin typeface="Times New Roman"/>
            </a:endParaRPr>
          </a:p>
        </p:txBody>
      </p:sp>
      <p:sp>
        <p:nvSpPr>
          <p:cNvPr id="27" name="PlaceHolder 4"/>
          <p:cNvSpPr>
            <a:spLocks noGrp="1"/>
          </p:cNvSpPr>
          <p:nvPr>
            <p:ph type="ftr" idx="11"/>
          </p:nvPr>
        </p:nvSpPr>
        <p:spPr>
          <a:xfrm>
            <a:off x="3419640" y="5919120"/>
            <a:ext cx="3238920" cy="269640"/>
          </a:xfrm>
          <a:prstGeom prst="rect">
            <a:avLst/>
          </a:prstGeom>
          <a:noFill/>
          <a:ln w="0">
            <a:noFill/>
          </a:ln>
        </p:spPr>
        <p:txBody>
          <a:bodyPr lIns="0" rIns="0" tIns="0" bIns="0" anchor="t">
            <a:spAutoFit/>
          </a:bodyPr>
          <a:lstStyle>
            <a:lvl1pPr indent="0" algn="ctr">
              <a:lnSpc>
                <a:spcPct val="100000"/>
              </a:lnSpc>
              <a:buNone/>
              <a:tabLst>
                <a:tab algn="l" pos="0"/>
              </a:tabLst>
              <a:defRPr b="0" lang="en-US" sz="1400" strike="noStrike" u="none">
                <a:solidFill>
                  <a:srgbClr val="000000"/>
                </a:solidFill>
                <a:effectLst/>
                <a:uFillTx/>
                <a:latin typeface="Noto Sans"/>
              </a:defRPr>
            </a:lvl1pPr>
          </a:lstStyle>
          <a:p>
            <a:pPr indent="0" algn="ctr">
              <a:lnSpc>
                <a:spcPct val="100000"/>
              </a:lnSpc>
              <a:buNone/>
              <a:tabLst>
                <a:tab algn="l" pos="0"/>
              </a:tabLst>
            </a:pPr>
            <a:r>
              <a:rPr b="0" lang="en-US" sz="1400" strike="noStrike" u="none">
                <a:solidFill>
                  <a:srgbClr val="000000"/>
                </a:solidFill>
                <a:effectLst/>
                <a:uFillTx/>
                <a:latin typeface="Noto Sans"/>
              </a:rPr>
              <a:t>&lt;footer&gt;</a:t>
            </a:r>
            <a:endParaRPr b="0" lang="en-US" sz="1400" strike="noStrike" u="none">
              <a:solidFill>
                <a:srgbClr val="000000"/>
              </a:solidFill>
              <a:effectLst/>
              <a:uFillTx/>
              <a:latin typeface="Times New Roman"/>
            </a:endParaRPr>
          </a:p>
        </p:txBody>
      </p:sp>
      <p:sp>
        <p:nvSpPr>
          <p:cNvPr id="28" name="PlaceHolder 5"/>
          <p:cNvSpPr>
            <a:spLocks noGrp="1"/>
          </p:cNvSpPr>
          <p:nvPr>
            <p:ph type="sldNum" idx="12"/>
          </p:nvPr>
        </p:nvSpPr>
        <p:spPr>
          <a:xfrm>
            <a:off x="7228080" y="5919120"/>
            <a:ext cx="2346480" cy="242640"/>
          </a:xfrm>
          <a:prstGeom prst="rect">
            <a:avLst/>
          </a:prstGeom>
          <a:noFill/>
          <a:ln w="0">
            <a:noFill/>
          </a:ln>
        </p:spPr>
        <p:txBody>
          <a:bodyPr lIns="0" rIns="0" tIns="0" bIns="0" anchor="t">
            <a:spAutoFit/>
          </a:bodyPr>
          <a:lstStyle>
            <a:lvl1pPr indent="0" algn="r">
              <a:lnSpc>
                <a:spcPct val="100000"/>
              </a:lnSpc>
              <a:buNone/>
              <a:tabLst>
                <a:tab algn="l" pos="0"/>
              </a:tabLst>
              <a:defRPr b="0" lang="en-US" sz="1400" strike="noStrike" u="none">
                <a:solidFill>
                  <a:srgbClr val="000000"/>
                </a:solidFill>
                <a:effectLst/>
                <a:uFillTx/>
                <a:latin typeface="Noto Sans"/>
              </a:defRPr>
            </a:lvl1pPr>
          </a:lstStyle>
          <a:p>
            <a:pPr indent="0" algn="r">
              <a:lnSpc>
                <a:spcPct val="100000"/>
              </a:lnSpc>
              <a:buNone/>
              <a:tabLst>
                <a:tab algn="l" pos="0"/>
              </a:tabLst>
            </a:pPr>
            <a:fld id="{D20969E2-F407-4EE6-A898-E3EA0A31A2A0}" type="slidenum">
              <a:rPr b="0" lang="en-US" sz="1400" strike="noStrike" u="none">
                <a:solidFill>
                  <a:srgbClr val="000000"/>
                </a:solidFill>
                <a:effectLst/>
                <a:uFillTx/>
                <a:latin typeface="Noto Sans"/>
              </a:rPr>
              <a:t>&lt;number&gt;</a:t>
            </a:fld>
            <a:endParaRPr b="0" lang="en-US" sz="14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3">
    <p:spTree>
      <p:nvGrpSpPr>
        <p:cNvPr id="1" name=""/>
        <p:cNvGrpSpPr/>
        <p:nvPr/>
      </p:nvGrpSpPr>
      <p:grpSpPr>
        <a:xfrm>
          <a:off x="0" y="0"/>
          <a:ext cx="0" cy="0"/>
          <a:chOff x="0" y="0"/>
          <a:chExt cx="0" cy="0"/>
        </a:xfrm>
      </p:grpSpPr>
      <p:pic>
        <p:nvPicPr>
          <p:cNvPr id="29" name="" descr=""/>
          <p:cNvPicPr/>
          <p:nvPr/>
        </p:nvPicPr>
        <p:blipFill>
          <a:blip r:embed="rId2"/>
          <a:stretch/>
        </p:blipFill>
        <p:spPr>
          <a:xfrm>
            <a:off x="0" y="0"/>
            <a:ext cx="2467080" cy="6298560"/>
          </a:xfrm>
          <a:prstGeom prst="rect">
            <a:avLst/>
          </a:prstGeom>
          <a:noFill/>
          <a:ln w="0">
            <a:noFill/>
          </a:ln>
        </p:spPr>
      </p:pic>
      <p:sp>
        <p:nvSpPr>
          <p:cNvPr id="30" name="PlaceHolder 1"/>
          <p:cNvSpPr>
            <a:spLocks noGrp="1"/>
          </p:cNvSpPr>
          <p:nvPr>
            <p:ph type="title"/>
          </p:nvPr>
        </p:nvSpPr>
        <p:spPr>
          <a:xfrm>
            <a:off x="2519640" y="239760"/>
            <a:ext cx="7018920" cy="1050120"/>
          </a:xfrm>
          <a:prstGeom prst="rect">
            <a:avLst/>
          </a:prstGeom>
          <a:noFill/>
          <a:ln w="0">
            <a:noFill/>
          </a:ln>
        </p:spPr>
        <p:txBody>
          <a:bodyPr lIns="0" rIns="0" tIns="0" bIns="0" anchor="ctr">
            <a:normAutofit fontScale="85000" lnSpcReduction="9999"/>
          </a:bodyPr>
          <a:p>
            <a:pPr indent="0" algn="ctr">
              <a:lnSpc>
                <a:spcPct val="100000"/>
              </a:lnSpc>
              <a:buNone/>
              <a:tabLst>
                <a:tab algn="l" pos="0"/>
              </a:tabLst>
            </a:pPr>
            <a:r>
              <a:rPr b="1" lang="en-US" sz="4400" strike="noStrike" u="none">
                <a:solidFill>
                  <a:srgbClr val="0d84a1"/>
                </a:solidFill>
                <a:effectLst/>
                <a:uFillTx/>
                <a:latin typeface="Noto Sans"/>
              </a:rPr>
              <a:t>Click to edit the title text format</a:t>
            </a:r>
            <a:endParaRPr b="0" lang="en-US" sz="4400" strike="noStrike" u="none">
              <a:solidFill>
                <a:srgbClr val="000000"/>
              </a:solidFill>
              <a:effectLst/>
              <a:uFillTx/>
              <a:latin typeface="Arial"/>
            </a:endParaRPr>
          </a:p>
        </p:txBody>
      </p:sp>
      <p:sp>
        <p:nvSpPr>
          <p:cNvPr id="31" name="PlaceHolder 2"/>
          <p:cNvSpPr>
            <a:spLocks noGrp="1"/>
          </p:cNvSpPr>
          <p:nvPr>
            <p:ph type="body"/>
          </p:nvPr>
        </p:nvSpPr>
        <p:spPr>
          <a:xfrm>
            <a:off x="2519640" y="1473480"/>
            <a:ext cx="7018920" cy="3651480"/>
          </a:xfrm>
          <a:prstGeom prst="rect">
            <a:avLst/>
          </a:prstGeom>
          <a:noFill/>
          <a:ln w="0">
            <a:noFill/>
          </a:ln>
        </p:spPr>
        <p:txBody>
          <a:bodyPr lIns="0" rIns="0" tIns="0" bIns="0" anchor="t">
            <a:normAutofit/>
          </a:bodyPr>
          <a:p>
            <a:pPr marL="432000" indent="-324000">
              <a:lnSpc>
                <a:spcPct val="100000"/>
              </a:lnSpc>
              <a:spcBef>
                <a:spcPts val="1417"/>
              </a:spcBef>
              <a:buClr>
                <a:srgbClr val="666666"/>
              </a:buClr>
              <a:buSzPct val="45000"/>
              <a:buFont typeface="Wingdings" charset="2"/>
              <a:buChar char=""/>
            </a:pPr>
            <a:r>
              <a:rPr b="0" lang="en-US" sz="3200" strike="noStrike" u="none">
                <a:solidFill>
                  <a:srgbClr val="666666"/>
                </a:solidFill>
                <a:effectLst/>
                <a:uFillTx/>
                <a:latin typeface="Noto Sans"/>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666666"/>
              </a:buClr>
              <a:buSzPct val="75000"/>
              <a:buFont typeface="Symbol" charset="2"/>
              <a:buChar char=""/>
            </a:pPr>
            <a:r>
              <a:rPr b="0" lang="en-US" sz="2800" strike="noStrike" u="none">
                <a:solidFill>
                  <a:srgbClr val="666666"/>
                </a:solidFill>
                <a:effectLst/>
                <a:uFillTx/>
                <a:latin typeface="Noto Sans"/>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666666"/>
              </a:buClr>
              <a:buSzPct val="45000"/>
              <a:buFont typeface="Wingdings" charset="2"/>
              <a:buChar char=""/>
            </a:pPr>
            <a:r>
              <a:rPr b="0" lang="en-US" sz="2400" strike="noStrike" u="none">
                <a:solidFill>
                  <a:srgbClr val="666666"/>
                </a:solidFill>
                <a:effectLst/>
                <a:uFillTx/>
                <a:latin typeface="Noto Sans"/>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666666"/>
              </a:buClr>
              <a:buSzPct val="75000"/>
              <a:buFont typeface="Symbol" charset="2"/>
              <a:buChar char=""/>
            </a:pPr>
            <a:r>
              <a:rPr b="0" lang="en-US" sz="2000" strike="noStrike" u="none">
                <a:solidFill>
                  <a:srgbClr val="666666"/>
                </a:solidFill>
                <a:effectLst/>
                <a:uFillTx/>
                <a:latin typeface="Noto Sans"/>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Seventh Outline Level</a:t>
            </a:r>
            <a:endParaRPr b="0" lang="en-US" sz="2000" strike="noStrike" u="none">
              <a:solidFill>
                <a:srgbClr val="000000"/>
              </a:solidFill>
              <a:effectLst/>
              <a:uFillTx/>
              <a:latin typeface="Arial"/>
            </a:endParaRPr>
          </a:p>
        </p:txBody>
      </p:sp>
      <p:sp>
        <p:nvSpPr>
          <p:cNvPr id="32" name="PlaceHolder 3"/>
          <p:cNvSpPr>
            <a:spLocks noGrp="1"/>
          </p:cNvSpPr>
          <p:nvPr>
            <p:ph type="dt" idx="13"/>
          </p:nvPr>
        </p:nvSpPr>
        <p:spPr>
          <a:xfrm>
            <a:off x="503640" y="5919120"/>
            <a:ext cx="2346480" cy="269640"/>
          </a:xfrm>
          <a:prstGeom prst="rect">
            <a:avLst/>
          </a:prstGeom>
          <a:noFill/>
          <a:ln w="0">
            <a:noFill/>
          </a:ln>
        </p:spPr>
        <p:txBody>
          <a:bodyPr lIns="0" rIns="0" tIns="0" bIns="0" anchor="t">
            <a:spAutoFit/>
          </a:bodyPr>
          <a:lstStyle>
            <a:lvl1pPr indent="0">
              <a:lnSpc>
                <a:spcPct val="100000"/>
              </a:lnSpc>
              <a:buNone/>
              <a:tabLst>
                <a:tab algn="l" pos="0"/>
              </a:tabLst>
              <a:defRPr b="0" lang="en-US" sz="1400" strike="noStrike" u="none">
                <a:solidFill>
                  <a:srgbClr val="ffffff"/>
                </a:solidFill>
                <a:effectLst/>
                <a:uFillTx/>
                <a:latin typeface="Noto Sans"/>
              </a:defRPr>
            </a:lvl1pPr>
          </a:lstStyle>
          <a:p>
            <a:pPr indent="0">
              <a:lnSpc>
                <a:spcPct val="100000"/>
              </a:lnSpc>
              <a:buNone/>
              <a:tabLst>
                <a:tab algn="l" pos="0"/>
              </a:tabLst>
            </a:pPr>
            <a:r>
              <a:rPr b="0" lang="en-US" sz="1400" strike="noStrike" u="none">
                <a:solidFill>
                  <a:srgbClr val="ffffff"/>
                </a:solidFill>
                <a:effectLst/>
                <a:uFillTx/>
                <a:latin typeface="Noto Sans"/>
              </a:rPr>
              <a:t>&lt;date/time&gt;</a:t>
            </a:r>
            <a:endParaRPr b="0" lang="en-US" sz="1400" strike="noStrike" u="none">
              <a:solidFill>
                <a:srgbClr val="000000"/>
              </a:solidFill>
              <a:effectLst/>
              <a:uFillTx/>
              <a:latin typeface="Times New Roman"/>
            </a:endParaRPr>
          </a:p>
        </p:txBody>
      </p:sp>
      <p:sp>
        <p:nvSpPr>
          <p:cNvPr id="33" name="PlaceHolder 4"/>
          <p:cNvSpPr>
            <a:spLocks noGrp="1"/>
          </p:cNvSpPr>
          <p:nvPr>
            <p:ph type="ftr" idx="14"/>
          </p:nvPr>
        </p:nvSpPr>
        <p:spPr>
          <a:xfrm>
            <a:off x="3419640" y="5919120"/>
            <a:ext cx="3238920" cy="269640"/>
          </a:xfrm>
          <a:prstGeom prst="rect">
            <a:avLst/>
          </a:prstGeom>
          <a:noFill/>
          <a:ln w="0">
            <a:noFill/>
          </a:ln>
        </p:spPr>
        <p:txBody>
          <a:bodyPr lIns="0" rIns="0" tIns="0" bIns="0" anchor="t">
            <a:spAutoFit/>
          </a:bodyPr>
          <a:lstStyle>
            <a:lvl1pPr indent="0" algn="ctr">
              <a:lnSpc>
                <a:spcPct val="100000"/>
              </a:lnSpc>
              <a:buNone/>
              <a:tabLst>
                <a:tab algn="l" pos="0"/>
              </a:tabLst>
              <a:defRPr b="0" lang="en-US" sz="1400" strike="noStrike" u="none">
                <a:solidFill>
                  <a:srgbClr val="000000"/>
                </a:solidFill>
                <a:effectLst/>
                <a:uFillTx/>
                <a:latin typeface="Noto Sans"/>
              </a:defRPr>
            </a:lvl1pPr>
          </a:lstStyle>
          <a:p>
            <a:pPr indent="0" algn="ctr">
              <a:lnSpc>
                <a:spcPct val="100000"/>
              </a:lnSpc>
              <a:buNone/>
              <a:tabLst>
                <a:tab algn="l" pos="0"/>
              </a:tabLst>
            </a:pPr>
            <a:r>
              <a:rPr b="0" lang="en-US" sz="1400" strike="noStrike" u="none">
                <a:solidFill>
                  <a:srgbClr val="000000"/>
                </a:solidFill>
                <a:effectLst/>
                <a:uFillTx/>
                <a:latin typeface="Noto Sans"/>
              </a:rPr>
              <a:t>&lt;footer&gt;</a:t>
            </a:r>
            <a:endParaRPr b="0" lang="en-US" sz="1400" strike="noStrike" u="none">
              <a:solidFill>
                <a:srgbClr val="000000"/>
              </a:solidFill>
              <a:effectLst/>
              <a:uFillTx/>
              <a:latin typeface="Times New Roman"/>
            </a:endParaRPr>
          </a:p>
        </p:txBody>
      </p:sp>
      <p:sp>
        <p:nvSpPr>
          <p:cNvPr id="34" name="PlaceHolder 5"/>
          <p:cNvSpPr>
            <a:spLocks noGrp="1"/>
          </p:cNvSpPr>
          <p:nvPr>
            <p:ph type="sldNum" idx="15"/>
          </p:nvPr>
        </p:nvSpPr>
        <p:spPr>
          <a:xfrm>
            <a:off x="7228080" y="5919120"/>
            <a:ext cx="2346480" cy="242640"/>
          </a:xfrm>
          <a:prstGeom prst="rect">
            <a:avLst/>
          </a:prstGeom>
          <a:noFill/>
          <a:ln w="0">
            <a:noFill/>
          </a:ln>
        </p:spPr>
        <p:txBody>
          <a:bodyPr lIns="0" rIns="0" tIns="0" bIns="0" anchor="t">
            <a:spAutoFit/>
          </a:bodyPr>
          <a:lstStyle>
            <a:lvl1pPr indent="0" algn="r">
              <a:lnSpc>
                <a:spcPct val="100000"/>
              </a:lnSpc>
              <a:buNone/>
              <a:tabLst>
                <a:tab algn="l" pos="0"/>
              </a:tabLst>
              <a:defRPr b="0" lang="en-US" sz="1400" strike="noStrike" u="none">
                <a:solidFill>
                  <a:srgbClr val="000000"/>
                </a:solidFill>
                <a:effectLst/>
                <a:uFillTx/>
                <a:latin typeface="Noto Sans"/>
              </a:defRPr>
            </a:lvl1pPr>
          </a:lstStyle>
          <a:p>
            <a:pPr indent="0" algn="r">
              <a:lnSpc>
                <a:spcPct val="100000"/>
              </a:lnSpc>
              <a:buNone/>
              <a:tabLst>
                <a:tab algn="l" pos="0"/>
              </a:tabLst>
            </a:pPr>
            <a:fld id="{547BA603-43D9-486B-B870-447099413B19}" type="slidenum">
              <a:rPr b="0" lang="en-US" sz="1400" strike="noStrike" u="none">
                <a:solidFill>
                  <a:srgbClr val="000000"/>
                </a:solidFill>
                <a:effectLst/>
                <a:uFillTx/>
                <a:latin typeface="Noto Sans"/>
              </a:rPr>
              <a:t>&lt;number&gt;</a:t>
            </a:fld>
            <a:endParaRPr b="0" lang="en-US" sz="14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hree Bullets">
    <p:spTree>
      <p:nvGrpSpPr>
        <p:cNvPr id="1" name=""/>
        <p:cNvGrpSpPr/>
        <p:nvPr/>
      </p:nvGrpSpPr>
      <p:grpSpPr>
        <a:xfrm>
          <a:off x="0" y="0"/>
          <a:ext cx="0" cy="0"/>
          <a:chOff x="0" y="0"/>
          <a:chExt cx="0" cy="0"/>
        </a:xfrm>
      </p:grpSpPr>
      <p:pic>
        <p:nvPicPr>
          <p:cNvPr id="35" name="" descr=""/>
          <p:cNvPicPr/>
          <p:nvPr/>
        </p:nvPicPr>
        <p:blipFill>
          <a:blip r:embed="rId2"/>
          <a:stretch/>
        </p:blipFill>
        <p:spPr>
          <a:xfrm flipH="1" rot="16200000">
            <a:off x="3668400" y="-3668400"/>
            <a:ext cx="2741400" cy="10078560"/>
          </a:xfrm>
          <a:prstGeom prst="rect">
            <a:avLst/>
          </a:prstGeom>
          <a:noFill/>
          <a:ln w="0">
            <a:noFill/>
          </a:ln>
        </p:spPr>
      </p:pic>
      <p:sp>
        <p:nvSpPr>
          <p:cNvPr id="36" name="PlaceHolder 1"/>
          <p:cNvSpPr>
            <a:spLocks noGrp="1"/>
          </p:cNvSpPr>
          <p:nvPr>
            <p:ph type="title"/>
          </p:nvPr>
        </p:nvSpPr>
        <p:spPr>
          <a:xfrm>
            <a:off x="503640" y="359640"/>
            <a:ext cx="9070560" cy="1999080"/>
          </a:xfrm>
          <a:prstGeom prst="rect">
            <a:avLst/>
          </a:prstGeom>
          <a:noFill/>
          <a:ln w="0">
            <a:noFill/>
          </a:ln>
        </p:spPr>
        <p:txBody>
          <a:bodyPr lIns="0" rIns="0" tIns="0" bIns="0" anchor="ctr">
            <a:normAutofit lnSpcReduction="9999"/>
          </a:bodyPr>
          <a:p>
            <a:pPr indent="0" algn="ctr">
              <a:lnSpc>
                <a:spcPct val="100000"/>
              </a:lnSpc>
              <a:buNone/>
              <a:tabLst>
                <a:tab algn="l" pos="0"/>
              </a:tabLst>
            </a:pPr>
            <a:r>
              <a:rPr b="1" lang="en-US" sz="7200" strike="noStrike" u="none">
                <a:solidFill>
                  <a:srgbClr val="ffffff"/>
                </a:solidFill>
                <a:effectLst/>
                <a:uFillTx/>
                <a:latin typeface="Noto Sans"/>
              </a:rPr>
              <a:t>Click to edit the title text format</a:t>
            </a:r>
            <a:endParaRPr b="0" lang="en-US" sz="7200" strike="noStrike" u="none">
              <a:solidFill>
                <a:srgbClr val="000000"/>
              </a:solidFill>
              <a:effectLst/>
              <a:uFillTx/>
              <a:latin typeface="Arial"/>
            </a:endParaRPr>
          </a:p>
        </p:txBody>
      </p:sp>
      <p:sp>
        <p:nvSpPr>
          <p:cNvPr id="37" name="PlaceHolder 2"/>
          <p:cNvSpPr>
            <a:spLocks noGrp="1"/>
          </p:cNvSpPr>
          <p:nvPr>
            <p:ph type="body"/>
          </p:nvPr>
        </p:nvSpPr>
        <p:spPr>
          <a:xfrm>
            <a:off x="503640" y="2799360"/>
            <a:ext cx="9070560" cy="2799000"/>
          </a:xfrm>
          <a:prstGeom prst="rect">
            <a:avLst/>
          </a:prstGeom>
          <a:noFill/>
          <a:ln w="0">
            <a:noFill/>
          </a:ln>
        </p:spPr>
        <p:txBody>
          <a:bodyPr lIns="0" rIns="0" tIns="0" bIns="0" anchor="t">
            <a:normAutofit lnSpcReduction="9999"/>
          </a:bodyPr>
          <a:p>
            <a:pPr marL="432000" indent="-324000">
              <a:lnSpc>
                <a:spcPct val="100000"/>
              </a:lnSpc>
              <a:spcBef>
                <a:spcPts val="1417"/>
              </a:spcBef>
              <a:buClr>
                <a:srgbClr val="666666"/>
              </a:buClr>
              <a:buSzPct val="45000"/>
              <a:buFont typeface="Wingdings" charset="2"/>
              <a:buChar char=""/>
            </a:pPr>
            <a:r>
              <a:rPr b="0" lang="en-US" sz="3200" strike="noStrike" u="none">
                <a:solidFill>
                  <a:srgbClr val="666666"/>
                </a:solidFill>
                <a:effectLst/>
                <a:uFillTx/>
                <a:latin typeface="Noto Sans"/>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666666"/>
              </a:buClr>
              <a:buSzPct val="75000"/>
              <a:buFont typeface="Symbol" charset="2"/>
              <a:buChar char=""/>
            </a:pPr>
            <a:r>
              <a:rPr b="0" lang="en-US" sz="2800" strike="noStrike" u="none">
                <a:solidFill>
                  <a:srgbClr val="666666"/>
                </a:solidFill>
                <a:effectLst/>
                <a:uFillTx/>
                <a:latin typeface="Noto Sans"/>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666666"/>
              </a:buClr>
              <a:buSzPct val="45000"/>
              <a:buFont typeface="Wingdings" charset="2"/>
              <a:buChar char=""/>
            </a:pPr>
            <a:r>
              <a:rPr b="0" lang="en-US" sz="2400" strike="noStrike" u="none">
                <a:solidFill>
                  <a:srgbClr val="666666"/>
                </a:solidFill>
                <a:effectLst/>
                <a:uFillTx/>
                <a:latin typeface="Noto Sans"/>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666666"/>
              </a:buClr>
              <a:buSzPct val="75000"/>
              <a:buFont typeface="Symbol" charset="2"/>
              <a:buChar char=""/>
            </a:pPr>
            <a:r>
              <a:rPr b="0" lang="en-US" sz="2000" strike="noStrike" u="none">
                <a:solidFill>
                  <a:srgbClr val="666666"/>
                </a:solidFill>
                <a:effectLst/>
                <a:uFillTx/>
                <a:latin typeface="Noto Sans"/>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Seventh Outline Level</a:t>
            </a:r>
            <a:endParaRPr b="0" lang="en-US" sz="2000" strike="noStrike" u="none">
              <a:solidFill>
                <a:srgbClr val="000000"/>
              </a:solidFill>
              <a:effectLst/>
              <a:uFillTx/>
              <a:latin typeface="Arial"/>
            </a:endParaRPr>
          </a:p>
        </p:txBody>
      </p:sp>
      <p:sp>
        <p:nvSpPr>
          <p:cNvPr id="38" name="PlaceHolder 3"/>
          <p:cNvSpPr>
            <a:spLocks noGrp="1"/>
          </p:cNvSpPr>
          <p:nvPr>
            <p:ph type="dt" idx="16"/>
          </p:nvPr>
        </p:nvSpPr>
        <p:spPr>
          <a:xfrm>
            <a:off x="503640" y="5919120"/>
            <a:ext cx="2346480" cy="269640"/>
          </a:xfrm>
          <a:prstGeom prst="rect">
            <a:avLst/>
          </a:prstGeom>
          <a:noFill/>
          <a:ln w="0">
            <a:noFill/>
          </a:ln>
        </p:spPr>
        <p:txBody>
          <a:bodyPr lIns="0" rIns="0" tIns="0" bIns="0" anchor="t">
            <a:spAutoFit/>
          </a:bodyPr>
          <a:lstStyle>
            <a:lvl1pPr indent="0">
              <a:lnSpc>
                <a:spcPct val="100000"/>
              </a:lnSpc>
              <a:buNone/>
              <a:tabLst>
                <a:tab algn="l" pos="0"/>
              </a:tabLst>
              <a:defRPr b="0" lang="en-US" sz="1400" strike="noStrike" u="none">
                <a:solidFill>
                  <a:srgbClr val="000000"/>
                </a:solidFill>
                <a:effectLst/>
                <a:uFillTx/>
                <a:latin typeface="Noto Sans"/>
              </a:defRPr>
            </a:lvl1pPr>
          </a:lstStyle>
          <a:p>
            <a:pPr indent="0">
              <a:lnSpc>
                <a:spcPct val="100000"/>
              </a:lnSpc>
              <a:buNone/>
              <a:tabLst>
                <a:tab algn="l" pos="0"/>
              </a:tabLst>
            </a:pPr>
            <a:r>
              <a:rPr b="0" lang="en-US" sz="1400" strike="noStrike" u="none">
                <a:solidFill>
                  <a:srgbClr val="000000"/>
                </a:solidFill>
                <a:effectLst/>
                <a:uFillTx/>
                <a:latin typeface="Noto Sans"/>
              </a:rPr>
              <a:t>&lt;date/time&gt;</a:t>
            </a:r>
            <a:endParaRPr b="0" lang="en-US" sz="1400" strike="noStrike" u="none">
              <a:solidFill>
                <a:srgbClr val="000000"/>
              </a:solidFill>
              <a:effectLst/>
              <a:uFillTx/>
              <a:latin typeface="Times New Roman"/>
            </a:endParaRPr>
          </a:p>
        </p:txBody>
      </p:sp>
      <p:sp>
        <p:nvSpPr>
          <p:cNvPr id="39" name="PlaceHolder 4"/>
          <p:cNvSpPr>
            <a:spLocks noGrp="1"/>
          </p:cNvSpPr>
          <p:nvPr>
            <p:ph type="ftr" idx="17"/>
          </p:nvPr>
        </p:nvSpPr>
        <p:spPr>
          <a:xfrm>
            <a:off x="3419640" y="5919120"/>
            <a:ext cx="3238920" cy="269640"/>
          </a:xfrm>
          <a:prstGeom prst="rect">
            <a:avLst/>
          </a:prstGeom>
          <a:noFill/>
          <a:ln w="0">
            <a:noFill/>
          </a:ln>
        </p:spPr>
        <p:txBody>
          <a:bodyPr lIns="0" rIns="0" tIns="0" bIns="0" anchor="t">
            <a:spAutoFit/>
          </a:bodyPr>
          <a:lstStyle>
            <a:lvl1pPr indent="0" algn="ctr">
              <a:lnSpc>
                <a:spcPct val="100000"/>
              </a:lnSpc>
              <a:buNone/>
              <a:tabLst>
                <a:tab algn="l" pos="0"/>
              </a:tabLst>
              <a:defRPr b="0" lang="en-US" sz="1400" strike="noStrike" u="none">
                <a:solidFill>
                  <a:srgbClr val="000000"/>
                </a:solidFill>
                <a:effectLst/>
                <a:uFillTx/>
                <a:latin typeface="Noto Sans"/>
              </a:defRPr>
            </a:lvl1pPr>
          </a:lstStyle>
          <a:p>
            <a:pPr indent="0" algn="ctr">
              <a:lnSpc>
                <a:spcPct val="100000"/>
              </a:lnSpc>
              <a:buNone/>
              <a:tabLst>
                <a:tab algn="l" pos="0"/>
              </a:tabLst>
            </a:pPr>
            <a:r>
              <a:rPr b="0" lang="en-US" sz="1400" strike="noStrike" u="none">
                <a:solidFill>
                  <a:srgbClr val="000000"/>
                </a:solidFill>
                <a:effectLst/>
                <a:uFillTx/>
                <a:latin typeface="Noto Sans"/>
              </a:rPr>
              <a:t>&lt;footer&gt;</a:t>
            </a:r>
            <a:endParaRPr b="0" lang="en-US" sz="1400" strike="noStrike" u="none">
              <a:solidFill>
                <a:srgbClr val="000000"/>
              </a:solidFill>
              <a:effectLst/>
              <a:uFillTx/>
              <a:latin typeface="Times New Roman"/>
            </a:endParaRPr>
          </a:p>
        </p:txBody>
      </p:sp>
      <p:sp>
        <p:nvSpPr>
          <p:cNvPr id="40" name="PlaceHolder 5"/>
          <p:cNvSpPr>
            <a:spLocks noGrp="1"/>
          </p:cNvSpPr>
          <p:nvPr>
            <p:ph type="sldNum" idx="18"/>
          </p:nvPr>
        </p:nvSpPr>
        <p:spPr>
          <a:xfrm>
            <a:off x="7228080" y="5919120"/>
            <a:ext cx="2346480" cy="242640"/>
          </a:xfrm>
          <a:prstGeom prst="rect">
            <a:avLst/>
          </a:prstGeom>
          <a:noFill/>
          <a:ln w="0">
            <a:noFill/>
          </a:ln>
        </p:spPr>
        <p:txBody>
          <a:bodyPr lIns="0" rIns="0" tIns="0" bIns="0" anchor="t">
            <a:spAutoFit/>
          </a:bodyPr>
          <a:lstStyle>
            <a:lvl1pPr indent="0" algn="r">
              <a:lnSpc>
                <a:spcPct val="100000"/>
              </a:lnSpc>
              <a:buNone/>
              <a:tabLst>
                <a:tab algn="l" pos="0"/>
              </a:tabLst>
              <a:defRPr b="0" lang="en-US" sz="1400" strike="noStrike" u="none">
                <a:solidFill>
                  <a:srgbClr val="000000"/>
                </a:solidFill>
                <a:effectLst/>
                <a:uFillTx/>
                <a:latin typeface="Noto Sans"/>
              </a:defRPr>
            </a:lvl1pPr>
          </a:lstStyle>
          <a:p>
            <a:pPr indent="0" algn="r">
              <a:lnSpc>
                <a:spcPct val="100000"/>
              </a:lnSpc>
              <a:buNone/>
              <a:tabLst>
                <a:tab algn="l" pos="0"/>
              </a:tabLst>
            </a:pPr>
            <a:fld id="{A2E64FF5-3EB3-4927-B7A2-3D4E817B2ADD}" type="slidenum">
              <a:rPr b="0" lang="en-US" sz="1400" strike="noStrike" u="none">
                <a:solidFill>
                  <a:srgbClr val="000000"/>
                </a:solidFill>
                <a:effectLst/>
                <a:uFillTx/>
                <a:latin typeface="Noto Sans"/>
              </a:rPr>
              <a:t>&lt;number&gt;</a:t>
            </a:fld>
            <a:endParaRPr b="0" lang="en-US" sz="14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4">
    <p:spTree>
      <p:nvGrpSpPr>
        <p:cNvPr id="1" name=""/>
        <p:cNvGrpSpPr/>
        <p:nvPr/>
      </p:nvGrpSpPr>
      <p:grpSpPr>
        <a:xfrm>
          <a:off x="0" y="0"/>
          <a:ext cx="0" cy="0"/>
          <a:chOff x="0" y="0"/>
          <a:chExt cx="0" cy="0"/>
        </a:xfrm>
      </p:grpSpPr>
      <p:pic>
        <p:nvPicPr>
          <p:cNvPr id="41" name="" descr=""/>
          <p:cNvPicPr/>
          <p:nvPr/>
        </p:nvPicPr>
        <p:blipFill>
          <a:blip r:embed="rId2"/>
          <a:stretch/>
        </p:blipFill>
        <p:spPr>
          <a:xfrm flipH="1" rot="16200000">
            <a:off x="3668400" y="-3668400"/>
            <a:ext cx="2741400" cy="10078560"/>
          </a:xfrm>
          <a:prstGeom prst="rect">
            <a:avLst/>
          </a:prstGeom>
          <a:noFill/>
          <a:ln w="0">
            <a:noFill/>
          </a:ln>
        </p:spPr>
      </p:pic>
      <p:sp>
        <p:nvSpPr>
          <p:cNvPr id="42" name="PlaceHolder 1"/>
          <p:cNvSpPr>
            <a:spLocks noGrp="1"/>
          </p:cNvSpPr>
          <p:nvPr>
            <p:ph type="title"/>
          </p:nvPr>
        </p:nvSpPr>
        <p:spPr>
          <a:xfrm>
            <a:off x="503640" y="359640"/>
            <a:ext cx="9070560" cy="1999080"/>
          </a:xfrm>
          <a:prstGeom prst="rect">
            <a:avLst/>
          </a:prstGeom>
          <a:noFill/>
          <a:ln w="0">
            <a:noFill/>
          </a:ln>
        </p:spPr>
        <p:txBody>
          <a:bodyPr lIns="0" rIns="0" tIns="0" bIns="0" anchor="ctr">
            <a:normAutofit lnSpcReduction="9999"/>
          </a:bodyPr>
          <a:p>
            <a:pPr indent="0" algn="ctr">
              <a:lnSpc>
                <a:spcPct val="100000"/>
              </a:lnSpc>
              <a:buNone/>
              <a:tabLst>
                <a:tab algn="l" pos="0"/>
              </a:tabLst>
            </a:pPr>
            <a:r>
              <a:rPr b="1" lang="en-US" sz="7200" strike="noStrike" u="none">
                <a:solidFill>
                  <a:srgbClr val="ffffff"/>
                </a:solidFill>
                <a:effectLst/>
                <a:uFillTx/>
                <a:latin typeface="Noto Sans"/>
              </a:rPr>
              <a:t>Click to edit the title text format</a:t>
            </a:r>
            <a:endParaRPr b="0" lang="en-US" sz="7200" strike="noStrike" u="none">
              <a:solidFill>
                <a:srgbClr val="000000"/>
              </a:solidFill>
              <a:effectLst/>
              <a:uFillTx/>
              <a:latin typeface="Arial"/>
            </a:endParaRPr>
          </a:p>
        </p:txBody>
      </p:sp>
      <p:sp>
        <p:nvSpPr>
          <p:cNvPr id="43" name="PlaceHolder 2"/>
          <p:cNvSpPr>
            <a:spLocks noGrp="1"/>
          </p:cNvSpPr>
          <p:nvPr>
            <p:ph type="body"/>
          </p:nvPr>
        </p:nvSpPr>
        <p:spPr>
          <a:xfrm>
            <a:off x="503640" y="2799360"/>
            <a:ext cx="9070560" cy="2799000"/>
          </a:xfrm>
          <a:prstGeom prst="rect">
            <a:avLst/>
          </a:prstGeom>
          <a:noFill/>
          <a:ln w="0">
            <a:noFill/>
          </a:ln>
        </p:spPr>
        <p:txBody>
          <a:bodyPr lIns="0" rIns="0" tIns="0" bIns="0" anchor="t">
            <a:normAutofit lnSpcReduction="9999"/>
          </a:bodyPr>
          <a:p>
            <a:pPr marL="432000" indent="-324000">
              <a:lnSpc>
                <a:spcPct val="100000"/>
              </a:lnSpc>
              <a:spcBef>
                <a:spcPts val="1417"/>
              </a:spcBef>
              <a:buClr>
                <a:srgbClr val="666666"/>
              </a:buClr>
              <a:buSzPct val="45000"/>
              <a:buFont typeface="Wingdings" charset="2"/>
              <a:buChar char=""/>
            </a:pPr>
            <a:r>
              <a:rPr b="0" lang="en-US" sz="3200" strike="noStrike" u="none">
                <a:solidFill>
                  <a:srgbClr val="666666"/>
                </a:solidFill>
                <a:effectLst/>
                <a:uFillTx/>
                <a:latin typeface="Noto Sans"/>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666666"/>
              </a:buClr>
              <a:buSzPct val="75000"/>
              <a:buFont typeface="Symbol" charset="2"/>
              <a:buChar char=""/>
            </a:pPr>
            <a:r>
              <a:rPr b="0" lang="en-US" sz="2800" strike="noStrike" u="none">
                <a:solidFill>
                  <a:srgbClr val="666666"/>
                </a:solidFill>
                <a:effectLst/>
                <a:uFillTx/>
                <a:latin typeface="Noto Sans"/>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666666"/>
              </a:buClr>
              <a:buSzPct val="45000"/>
              <a:buFont typeface="Wingdings" charset="2"/>
              <a:buChar char=""/>
            </a:pPr>
            <a:r>
              <a:rPr b="0" lang="en-US" sz="2400" strike="noStrike" u="none">
                <a:solidFill>
                  <a:srgbClr val="666666"/>
                </a:solidFill>
                <a:effectLst/>
                <a:uFillTx/>
                <a:latin typeface="Noto Sans"/>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666666"/>
              </a:buClr>
              <a:buSzPct val="75000"/>
              <a:buFont typeface="Symbol" charset="2"/>
              <a:buChar char=""/>
            </a:pPr>
            <a:r>
              <a:rPr b="0" lang="en-US" sz="2000" strike="noStrike" u="none">
                <a:solidFill>
                  <a:srgbClr val="666666"/>
                </a:solidFill>
                <a:effectLst/>
                <a:uFillTx/>
                <a:latin typeface="Noto Sans"/>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Seventh Outline Level</a:t>
            </a:r>
            <a:endParaRPr b="0" lang="en-US" sz="2000" strike="noStrike" u="none">
              <a:solidFill>
                <a:srgbClr val="000000"/>
              </a:solidFill>
              <a:effectLst/>
              <a:uFillTx/>
              <a:latin typeface="Arial"/>
            </a:endParaRPr>
          </a:p>
        </p:txBody>
      </p:sp>
      <p:sp>
        <p:nvSpPr>
          <p:cNvPr id="44" name="PlaceHolder 3"/>
          <p:cNvSpPr>
            <a:spLocks noGrp="1"/>
          </p:cNvSpPr>
          <p:nvPr>
            <p:ph type="dt" idx="19"/>
          </p:nvPr>
        </p:nvSpPr>
        <p:spPr>
          <a:xfrm>
            <a:off x="503640" y="5919120"/>
            <a:ext cx="2346480" cy="269640"/>
          </a:xfrm>
          <a:prstGeom prst="rect">
            <a:avLst/>
          </a:prstGeom>
          <a:noFill/>
          <a:ln w="0">
            <a:noFill/>
          </a:ln>
        </p:spPr>
        <p:txBody>
          <a:bodyPr lIns="0" rIns="0" tIns="0" bIns="0" anchor="t">
            <a:spAutoFit/>
          </a:bodyPr>
          <a:lstStyle>
            <a:lvl1pPr indent="0">
              <a:lnSpc>
                <a:spcPct val="100000"/>
              </a:lnSpc>
              <a:buNone/>
              <a:tabLst>
                <a:tab algn="l" pos="0"/>
              </a:tabLst>
              <a:defRPr b="0" lang="en-US" sz="1400" strike="noStrike" u="none">
                <a:solidFill>
                  <a:srgbClr val="000000"/>
                </a:solidFill>
                <a:effectLst/>
                <a:uFillTx/>
                <a:latin typeface="Noto Sans"/>
              </a:defRPr>
            </a:lvl1pPr>
          </a:lstStyle>
          <a:p>
            <a:pPr indent="0">
              <a:lnSpc>
                <a:spcPct val="100000"/>
              </a:lnSpc>
              <a:buNone/>
              <a:tabLst>
                <a:tab algn="l" pos="0"/>
              </a:tabLst>
            </a:pPr>
            <a:r>
              <a:rPr b="0" lang="en-US" sz="1400" strike="noStrike" u="none">
                <a:solidFill>
                  <a:srgbClr val="000000"/>
                </a:solidFill>
                <a:effectLst/>
                <a:uFillTx/>
                <a:latin typeface="Noto Sans"/>
              </a:rPr>
              <a:t>&lt;date/time&gt;</a:t>
            </a:r>
            <a:endParaRPr b="0" lang="en-US" sz="1400" strike="noStrike" u="none">
              <a:solidFill>
                <a:srgbClr val="000000"/>
              </a:solidFill>
              <a:effectLst/>
              <a:uFillTx/>
              <a:latin typeface="Times New Roman"/>
            </a:endParaRPr>
          </a:p>
        </p:txBody>
      </p:sp>
      <p:sp>
        <p:nvSpPr>
          <p:cNvPr id="45" name="PlaceHolder 4"/>
          <p:cNvSpPr>
            <a:spLocks noGrp="1"/>
          </p:cNvSpPr>
          <p:nvPr>
            <p:ph type="ftr" idx="20"/>
          </p:nvPr>
        </p:nvSpPr>
        <p:spPr>
          <a:xfrm>
            <a:off x="3419640" y="5919120"/>
            <a:ext cx="3238920" cy="269640"/>
          </a:xfrm>
          <a:prstGeom prst="rect">
            <a:avLst/>
          </a:prstGeom>
          <a:noFill/>
          <a:ln w="0">
            <a:noFill/>
          </a:ln>
        </p:spPr>
        <p:txBody>
          <a:bodyPr lIns="0" rIns="0" tIns="0" bIns="0" anchor="t">
            <a:spAutoFit/>
          </a:bodyPr>
          <a:lstStyle>
            <a:lvl1pPr indent="0" algn="ctr">
              <a:lnSpc>
                <a:spcPct val="100000"/>
              </a:lnSpc>
              <a:buNone/>
              <a:tabLst>
                <a:tab algn="l" pos="0"/>
              </a:tabLst>
              <a:defRPr b="0" lang="en-US" sz="1400" strike="noStrike" u="none">
                <a:solidFill>
                  <a:srgbClr val="000000"/>
                </a:solidFill>
                <a:effectLst/>
                <a:uFillTx/>
                <a:latin typeface="Noto Sans"/>
              </a:defRPr>
            </a:lvl1pPr>
          </a:lstStyle>
          <a:p>
            <a:pPr indent="0" algn="ctr">
              <a:lnSpc>
                <a:spcPct val="100000"/>
              </a:lnSpc>
              <a:buNone/>
              <a:tabLst>
                <a:tab algn="l" pos="0"/>
              </a:tabLst>
            </a:pPr>
            <a:r>
              <a:rPr b="0" lang="en-US" sz="1400" strike="noStrike" u="none">
                <a:solidFill>
                  <a:srgbClr val="000000"/>
                </a:solidFill>
                <a:effectLst/>
                <a:uFillTx/>
                <a:latin typeface="Noto Sans"/>
              </a:rPr>
              <a:t>&lt;footer&gt;</a:t>
            </a:r>
            <a:endParaRPr b="0" lang="en-US" sz="1400" strike="noStrike" u="none">
              <a:solidFill>
                <a:srgbClr val="000000"/>
              </a:solidFill>
              <a:effectLst/>
              <a:uFillTx/>
              <a:latin typeface="Times New Roman"/>
            </a:endParaRPr>
          </a:p>
        </p:txBody>
      </p:sp>
      <p:sp>
        <p:nvSpPr>
          <p:cNvPr id="46" name="PlaceHolder 5"/>
          <p:cNvSpPr>
            <a:spLocks noGrp="1"/>
          </p:cNvSpPr>
          <p:nvPr>
            <p:ph type="sldNum" idx="21"/>
          </p:nvPr>
        </p:nvSpPr>
        <p:spPr>
          <a:xfrm>
            <a:off x="7228080" y="5919120"/>
            <a:ext cx="2346480" cy="242640"/>
          </a:xfrm>
          <a:prstGeom prst="rect">
            <a:avLst/>
          </a:prstGeom>
          <a:noFill/>
          <a:ln w="0">
            <a:noFill/>
          </a:ln>
        </p:spPr>
        <p:txBody>
          <a:bodyPr lIns="0" rIns="0" tIns="0" bIns="0" anchor="t">
            <a:spAutoFit/>
          </a:bodyPr>
          <a:lstStyle>
            <a:lvl1pPr indent="0" algn="r">
              <a:lnSpc>
                <a:spcPct val="100000"/>
              </a:lnSpc>
              <a:buNone/>
              <a:tabLst>
                <a:tab algn="l" pos="0"/>
              </a:tabLst>
              <a:defRPr b="0" lang="en-US" sz="1400" strike="noStrike" u="none">
                <a:solidFill>
                  <a:srgbClr val="000000"/>
                </a:solidFill>
                <a:effectLst/>
                <a:uFillTx/>
                <a:latin typeface="Noto Sans"/>
              </a:defRPr>
            </a:lvl1pPr>
          </a:lstStyle>
          <a:p>
            <a:pPr indent="0" algn="r">
              <a:lnSpc>
                <a:spcPct val="100000"/>
              </a:lnSpc>
              <a:buNone/>
              <a:tabLst>
                <a:tab algn="l" pos="0"/>
              </a:tabLst>
            </a:pPr>
            <a:fld id="{7D592204-390B-4520-A95A-2EA7B3AB5F00}" type="slidenum">
              <a:rPr b="0" lang="en-US" sz="1400" strike="noStrike" u="none">
                <a:solidFill>
                  <a:srgbClr val="000000"/>
                </a:solidFill>
                <a:effectLst/>
                <a:uFillTx/>
                <a:latin typeface="Noto Sans"/>
              </a:rPr>
              <a:t>&lt;number&gt;</a:t>
            </a:fld>
            <a:endParaRPr b="0" lang="en-US" sz="14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spTree>
      <p:nvGrpSpPr>
        <p:cNvPr id="1" name=""/>
        <p:cNvGrpSpPr/>
        <p:nvPr/>
      </p:nvGrpSpPr>
      <p:grpSpPr>
        <a:xfrm>
          <a:off x="0" y="0"/>
          <a:ext cx="0" cy="0"/>
          <a:chOff x="0" y="0"/>
          <a:chExt cx="0" cy="0"/>
        </a:xfrm>
      </p:grpSpPr>
      <p:pic>
        <p:nvPicPr>
          <p:cNvPr id="47" name="" descr=""/>
          <p:cNvPicPr/>
          <p:nvPr/>
        </p:nvPicPr>
        <p:blipFill>
          <a:blip r:embed="rId2"/>
          <a:stretch/>
        </p:blipFill>
        <p:spPr>
          <a:xfrm>
            <a:off x="5975280" y="3861000"/>
            <a:ext cx="4102920" cy="2436480"/>
          </a:xfrm>
          <a:prstGeom prst="rect">
            <a:avLst/>
          </a:prstGeom>
          <a:noFill/>
          <a:ln w="0">
            <a:noFill/>
          </a:ln>
        </p:spPr>
      </p:pic>
      <p:pic>
        <p:nvPicPr>
          <p:cNvPr id="48" name="" descr=""/>
          <p:cNvPicPr/>
          <p:nvPr/>
        </p:nvPicPr>
        <p:blipFill>
          <a:blip r:embed="rId3"/>
          <a:stretch/>
        </p:blipFill>
        <p:spPr>
          <a:xfrm>
            <a:off x="5975280" y="0"/>
            <a:ext cx="2742120" cy="2233800"/>
          </a:xfrm>
          <a:prstGeom prst="rect">
            <a:avLst/>
          </a:prstGeom>
          <a:noFill/>
          <a:ln w="0">
            <a:noFill/>
          </a:ln>
        </p:spPr>
      </p:pic>
      <p:sp>
        <p:nvSpPr>
          <p:cNvPr id="49" name="PlaceHolder 1"/>
          <p:cNvSpPr>
            <a:spLocks noGrp="1"/>
          </p:cNvSpPr>
          <p:nvPr>
            <p:ph type="title"/>
          </p:nvPr>
        </p:nvSpPr>
        <p:spPr>
          <a:xfrm>
            <a:off x="287640" y="239760"/>
            <a:ext cx="5686920" cy="1050120"/>
          </a:xfrm>
          <a:prstGeom prst="rect">
            <a:avLst/>
          </a:prstGeom>
          <a:noFill/>
          <a:ln w="0">
            <a:noFill/>
          </a:ln>
        </p:spPr>
        <p:txBody>
          <a:bodyPr lIns="0" rIns="0" tIns="0" bIns="0" anchor="ctr">
            <a:normAutofit fontScale="85000" lnSpcReduction="9999"/>
          </a:bodyPr>
          <a:p>
            <a:pPr indent="0">
              <a:lnSpc>
                <a:spcPct val="100000"/>
              </a:lnSpc>
              <a:buNone/>
              <a:tabLst>
                <a:tab algn="l" pos="0"/>
              </a:tabLst>
            </a:pPr>
            <a:r>
              <a:rPr b="1" lang="en-US" sz="4400" strike="noStrike" u="none">
                <a:solidFill>
                  <a:srgbClr val="0d84a1"/>
                </a:solidFill>
                <a:effectLst/>
                <a:uFillTx/>
                <a:latin typeface="Noto Sans"/>
              </a:rPr>
              <a:t>Click to edit the title text format</a:t>
            </a:r>
            <a:endParaRPr b="0" lang="en-US" sz="4400" strike="noStrike" u="none">
              <a:solidFill>
                <a:srgbClr val="000000"/>
              </a:solidFill>
              <a:effectLst/>
              <a:uFillTx/>
              <a:latin typeface="Arial"/>
            </a:endParaRPr>
          </a:p>
        </p:txBody>
      </p:sp>
      <p:sp>
        <p:nvSpPr>
          <p:cNvPr id="50" name="PlaceHolder 2"/>
          <p:cNvSpPr>
            <a:spLocks noGrp="1"/>
          </p:cNvSpPr>
          <p:nvPr>
            <p:ph type="body"/>
          </p:nvPr>
        </p:nvSpPr>
        <p:spPr>
          <a:xfrm>
            <a:off x="287640" y="1473480"/>
            <a:ext cx="5686920" cy="4198680"/>
          </a:xfrm>
          <a:prstGeom prst="rect">
            <a:avLst/>
          </a:prstGeom>
          <a:noFill/>
          <a:ln w="0">
            <a:noFill/>
          </a:ln>
        </p:spPr>
        <p:txBody>
          <a:bodyPr lIns="0" rIns="0" tIns="0" bIns="0" anchor="t">
            <a:normAutofit/>
          </a:bodyPr>
          <a:p>
            <a:pPr marL="432000" indent="-324000">
              <a:lnSpc>
                <a:spcPct val="100000"/>
              </a:lnSpc>
              <a:spcBef>
                <a:spcPts val="1417"/>
              </a:spcBef>
              <a:buClr>
                <a:srgbClr val="666666"/>
              </a:buClr>
              <a:buSzPct val="45000"/>
              <a:buFont typeface="Wingdings" charset="2"/>
              <a:buChar char=""/>
            </a:pPr>
            <a:r>
              <a:rPr b="0" lang="en-US" sz="3200" strike="noStrike" u="none">
                <a:solidFill>
                  <a:srgbClr val="666666"/>
                </a:solidFill>
                <a:effectLst/>
                <a:uFillTx/>
                <a:latin typeface="Noto Sans"/>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666666"/>
              </a:buClr>
              <a:buSzPct val="75000"/>
              <a:buFont typeface="Symbol" charset="2"/>
              <a:buChar char=""/>
            </a:pPr>
            <a:r>
              <a:rPr b="0" lang="en-US" sz="2800" strike="noStrike" u="none">
                <a:solidFill>
                  <a:srgbClr val="666666"/>
                </a:solidFill>
                <a:effectLst/>
                <a:uFillTx/>
                <a:latin typeface="Noto Sans"/>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666666"/>
              </a:buClr>
              <a:buSzPct val="45000"/>
              <a:buFont typeface="Wingdings" charset="2"/>
              <a:buChar char=""/>
            </a:pPr>
            <a:r>
              <a:rPr b="0" lang="en-US" sz="2400" strike="noStrike" u="none">
                <a:solidFill>
                  <a:srgbClr val="666666"/>
                </a:solidFill>
                <a:effectLst/>
                <a:uFillTx/>
                <a:latin typeface="Noto Sans"/>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666666"/>
              </a:buClr>
              <a:buSzPct val="75000"/>
              <a:buFont typeface="Symbol" charset="2"/>
              <a:buChar char=""/>
            </a:pPr>
            <a:r>
              <a:rPr b="0" lang="en-US" sz="2000" strike="noStrike" u="none">
                <a:solidFill>
                  <a:srgbClr val="666666"/>
                </a:solidFill>
                <a:effectLst/>
                <a:uFillTx/>
                <a:latin typeface="Noto Sans"/>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Seventh Outline Level</a:t>
            </a:r>
            <a:endParaRPr b="0" lang="en-US" sz="2000" strike="noStrike" u="none">
              <a:solidFill>
                <a:srgbClr val="000000"/>
              </a:solidFill>
              <a:effectLst/>
              <a:uFillTx/>
              <a:latin typeface="Arial"/>
            </a:endParaRPr>
          </a:p>
        </p:txBody>
      </p:sp>
      <p:sp>
        <p:nvSpPr>
          <p:cNvPr id="51" name="PlaceHolder 3"/>
          <p:cNvSpPr>
            <a:spLocks noGrp="1"/>
          </p:cNvSpPr>
          <p:nvPr>
            <p:ph type="dt" idx="22"/>
          </p:nvPr>
        </p:nvSpPr>
        <p:spPr>
          <a:xfrm>
            <a:off x="503640" y="5919120"/>
            <a:ext cx="2346480" cy="269640"/>
          </a:xfrm>
          <a:prstGeom prst="rect">
            <a:avLst/>
          </a:prstGeom>
          <a:noFill/>
          <a:ln w="0">
            <a:noFill/>
          </a:ln>
        </p:spPr>
        <p:txBody>
          <a:bodyPr lIns="0" rIns="0" tIns="0" bIns="0" anchor="t">
            <a:spAutoFit/>
          </a:bodyPr>
          <a:lstStyle>
            <a:lvl1pPr indent="0">
              <a:lnSpc>
                <a:spcPct val="100000"/>
              </a:lnSpc>
              <a:buNone/>
              <a:tabLst>
                <a:tab algn="l" pos="0"/>
              </a:tabLst>
              <a:defRPr b="0" lang="en-US" sz="1400" strike="noStrike" u="none">
                <a:solidFill>
                  <a:srgbClr val="000000"/>
                </a:solidFill>
                <a:effectLst/>
                <a:uFillTx/>
                <a:latin typeface="Noto Sans"/>
              </a:defRPr>
            </a:lvl1pPr>
          </a:lstStyle>
          <a:p>
            <a:pPr indent="0">
              <a:lnSpc>
                <a:spcPct val="100000"/>
              </a:lnSpc>
              <a:buNone/>
              <a:tabLst>
                <a:tab algn="l" pos="0"/>
              </a:tabLst>
            </a:pPr>
            <a:r>
              <a:rPr b="0" lang="en-US" sz="1400" strike="noStrike" u="none">
                <a:solidFill>
                  <a:srgbClr val="000000"/>
                </a:solidFill>
                <a:effectLst/>
                <a:uFillTx/>
                <a:latin typeface="Noto Sans"/>
              </a:rPr>
              <a:t>&lt;date/time&gt;</a:t>
            </a:r>
            <a:endParaRPr b="0" lang="en-US" sz="1400" strike="noStrike" u="none">
              <a:solidFill>
                <a:srgbClr val="000000"/>
              </a:solidFill>
              <a:effectLst/>
              <a:uFillTx/>
              <a:latin typeface="Times New Roman"/>
            </a:endParaRPr>
          </a:p>
        </p:txBody>
      </p:sp>
      <p:sp>
        <p:nvSpPr>
          <p:cNvPr id="52" name="PlaceHolder 4"/>
          <p:cNvSpPr>
            <a:spLocks noGrp="1"/>
          </p:cNvSpPr>
          <p:nvPr>
            <p:ph type="ftr" idx="23"/>
          </p:nvPr>
        </p:nvSpPr>
        <p:spPr>
          <a:xfrm>
            <a:off x="3419640" y="5919120"/>
            <a:ext cx="3238920" cy="269640"/>
          </a:xfrm>
          <a:prstGeom prst="rect">
            <a:avLst/>
          </a:prstGeom>
          <a:noFill/>
          <a:ln w="0">
            <a:noFill/>
          </a:ln>
        </p:spPr>
        <p:txBody>
          <a:bodyPr lIns="0" rIns="0" tIns="0" bIns="0" anchor="t">
            <a:spAutoFit/>
          </a:bodyPr>
          <a:lstStyle>
            <a:lvl1pPr indent="0" algn="ctr">
              <a:lnSpc>
                <a:spcPct val="100000"/>
              </a:lnSpc>
              <a:buNone/>
              <a:tabLst>
                <a:tab algn="l" pos="0"/>
              </a:tabLst>
              <a:defRPr b="0" lang="en-US" sz="1400" strike="noStrike" u="none">
                <a:solidFill>
                  <a:srgbClr val="000000"/>
                </a:solidFill>
                <a:effectLst/>
                <a:uFillTx/>
                <a:latin typeface="Noto Sans"/>
              </a:defRPr>
            </a:lvl1pPr>
          </a:lstStyle>
          <a:p>
            <a:pPr indent="0" algn="ctr">
              <a:lnSpc>
                <a:spcPct val="100000"/>
              </a:lnSpc>
              <a:buNone/>
              <a:tabLst>
                <a:tab algn="l" pos="0"/>
              </a:tabLst>
            </a:pPr>
            <a:r>
              <a:rPr b="0" lang="en-US" sz="1400" strike="noStrike" u="none">
                <a:solidFill>
                  <a:srgbClr val="000000"/>
                </a:solidFill>
                <a:effectLst/>
                <a:uFillTx/>
                <a:latin typeface="Noto Sans"/>
              </a:rPr>
              <a:t>&lt;footer&gt;</a:t>
            </a:r>
            <a:endParaRPr b="0" lang="en-US" sz="1400" strike="noStrike" u="none">
              <a:solidFill>
                <a:srgbClr val="000000"/>
              </a:solidFill>
              <a:effectLst/>
              <a:uFillTx/>
              <a:latin typeface="Times New Roman"/>
            </a:endParaRPr>
          </a:p>
        </p:txBody>
      </p:sp>
      <p:sp>
        <p:nvSpPr>
          <p:cNvPr id="53" name="PlaceHolder 5"/>
          <p:cNvSpPr>
            <a:spLocks noGrp="1"/>
          </p:cNvSpPr>
          <p:nvPr>
            <p:ph type="sldNum" idx="24"/>
          </p:nvPr>
        </p:nvSpPr>
        <p:spPr>
          <a:xfrm>
            <a:off x="7228080" y="5919120"/>
            <a:ext cx="2346480" cy="242640"/>
          </a:xfrm>
          <a:prstGeom prst="rect">
            <a:avLst/>
          </a:prstGeom>
          <a:noFill/>
          <a:ln w="0">
            <a:noFill/>
          </a:ln>
        </p:spPr>
        <p:txBody>
          <a:bodyPr lIns="0" rIns="0" tIns="0" bIns="0" anchor="t">
            <a:spAutoFit/>
          </a:bodyPr>
          <a:lstStyle>
            <a:lvl1pPr indent="0" algn="r">
              <a:lnSpc>
                <a:spcPct val="100000"/>
              </a:lnSpc>
              <a:buNone/>
              <a:tabLst>
                <a:tab algn="l" pos="0"/>
              </a:tabLst>
              <a:defRPr b="0" lang="en-US" sz="1400" strike="noStrike" u="none">
                <a:solidFill>
                  <a:srgbClr val="000000"/>
                </a:solidFill>
                <a:effectLst/>
                <a:uFillTx/>
                <a:latin typeface="Noto Sans"/>
              </a:defRPr>
            </a:lvl1pPr>
          </a:lstStyle>
          <a:p>
            <a:pPr indent="0" algn="r">
              <a:lnSpc>
                <a:spcPct val="100000"/>
              </a:lnSpc>
              <a:buNone/>
              <a:tabLst>
                <a:tab algn="l" pos="0"/>
              </a:tabLst>
            </a:pPr>
            <a:fld id="{48CCC733-E993-46C6-96BD-AF92E0F61462}" type="slidenum">
              <a:rPr b="0" lang="en-US" sz="1400" strike="noStrike" u="none">
                <a:solidFill>
                  <a:srgbClr val="000000"/>
                </a:solidFill>
                <a:effectLst/>
                <a:uFillTx/>
                <a:latin typeface="Noto Sans"/>
              </a:rPr>
              <a:t>&lt;number&gt;</a:t>
            </a:fld>
            <a:endParaRPr b="0" lang="en-US" sz="14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Four Bullets">
    <p:spTree>
      <p:nvGrpSpPr>
        <p:cNvPr id="1" name=""/>
        <p:cNvGrpSpPr/>
        <p:nvPr/>
      </p:nvGrpSpPr>
      <p:grpSpPr>
        <a:xfrm>
          <a:off x="0" y="0"/>
          <a:ext cx="0" cy="0"/>
          <a:chOff x="0" y="0"/>
          <a:chExt cx="0" cy="0"/>
        </a:xfrm>
      </p:grpSpPr>
      <p:pic>
        <p:nvPicPr>
          <p:cNvPr id="54" name="" descr=""/>
          <p:cNvPicPr/>
          <p:nvPr/>
        </p:nvPicPr>
        <p:blipFill>
          <a:blip r:embed="rId2"/>
          <a:stretch/>
        </p:blipFill>
        <p:spPr>
          <a:xfrm>
            <a:off x="5975280" y="3861000"/>
            <a:ext cx="4102920" cy="2436480"/>
          </a:xfrm>
          <a:prstGeom prst="rect">
            <a:avLst/>
          </a:prstGeom>
          <a:noFill/>
          <a:ln w="0">
            <a:noFill/>
          </a:ln>
        </p:spPr>
      </p:pic>
      <p:pic>
        <p:nvPicPr>
          <p:cNvPr id="55" name="" descr=""/>
          <p:cNvPicPr/>
          <p:nvPr/>
        </p:nvPicPr>
        <p:blipFill>
          <a:blip r:embed="rId3"/>
          <a:stretch/>
        </p:blipFill>
        <p:spPr>
          <a:xfrm>
            <a:off x="5975280" y="0"/>
            <a:ext cx="2742120" cy="2233800"/>
          </a:xfrm>
          <a:prstGeom prst="rect">
            <a:avLst/>
          </a:prstGeom>
          <a:noFill/>
          <a:ln w="0">
            <a:noFill/>
          </a:ln>
        </p:spPr>
      </p:pic>
      <p:sp>
        <p:nvSpPr>
          <p:cNvPr id="56" name="PlaceHolder 1"/>
          <p:cNvSpPr>
            <a:spLocks noGrp="1"/>
          </p:cNvSpPr>
          <p:nvPr>
            <p:ph type="title"/>
          </p:nvPr>
        </p:nvSpPr>
        <p:spPr>
          <a:xfrm>
            <a:off x="287640" y="239760"/>
            <a:ext cx="5686920" cy="1050120"/>
          </a:xfrm>
          <a:prstGeom prst="rect">
            <a:avLst/>
          </a:prstGeom>
          <a:noFill/>
          <a:ln w="0">
            <a:noFill/>
          </a:ln>
        </p:spPr>
        <p:txBody>
          <a:bodyPr lIns="0" rIns="0" tIns="0" bIns="0" anchor="ctr">
            <a:normAutofit fontScale="85000" lnSpcReduction="9999"/>
          </a:bodyPr>
          <a:p>
            <a:pPr indent="0">
              <a:lnSpc>
                <a:spcPct val="100000"/>
              </a:lnSpc>
              <a:buNone/>
              <a:tabLst>
                <a:tab algn="l" pos="0"/>
              </a:tabLst>
            </a:pPr>
            <a:r>
              <a:rPr b="1" lang="en-US" sz="4400" strike="noStrike" u="none">
                <a:solidFill>
                  <a:srgbClr val="0d84a1"/>
                </a:solidFill>
                <a:effectLst/>
                <a:uFillTx/>
                <a:latin typeface="Noto Sans"/>
              </a:rPr>
              <a:t>Click to edit the title text format</a:t>
            </a:r>
            <a:endParaRPr b="0" lang="en-US" sz="4400" strike="noStrike" u="none">
              <a:solidFill>
                <a:srgbClr val="000000"/>
              </a:solidFill>
              <a:effectLst/>
              <a:uFillTx/>
              <a:latin typeface="Arial"/>
            </a:endParaRPr>
          </a:p>
        </p:txBody>
      </p:sp>
      <p:sp>
        <p:nvSpPr>
          <p:cNvPr id="57" name="PlaceHolder 2"/>
          <p:cNvSpPr>
            <a:spLocks noGrp="1"/>
          </p:cNvSpPr>
          <p:nvPr>
            <p:ph type="body"/>
          </p:nvPr>
        </p:nvSpPr>
        <p:spPr>
          <a:xfrm>
            <a:off x="287640" y="1473480"/>
            <a:ext cx="5686920" cy="4198680"/>
          </a:xfrm>
          <a:prstGeom prst="rect">
            <a:avLst/>
          </a:prstGeom>
          <a:noFill/>
          <a:ln w="0">
            <a:noFill/>
          </a:ln>
        </p:spPr>
        <p:txBody>
          <a:bodyPr lIns="0" rIns="0" tIns="0" bIns="0" anchor="t">
            <a:normAutofit/>
          </a:bodyPr>
          <a:p>
            <a:pPr marL="432000" indent="-324000">
              <a:lnSpc>
                <a:spcPct val="100000"/>
              </a:lnSpc>
              <a:spcBef>
                <a:spcPts val="1417"/>
              </a:spcBef>
              <a:buClr>
                <a:srgbClr val="666666"/>
              </a:buClr>
              <a:buSzPct val="45000"/>
              <a:buFont typeface="Wingdings" charset="2"/>
              <a:buChar char=""/>
            </a:pPr>
            <a:r>
              <a:rPr b="0" lang="en-US" sz="3200" strike="noStrike" u="none">
                <a:solidFill>
                  <a:srgbClr val="666666"/>
                </a:solidFill>
                <a:effectLst/>
                <a:uFillTx/>
                <a:latin typeface="Noto Sans"/>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666666"/>
              </a:buClr>
              <a:buSzPct val="75000"/>
              <a:buFont typeface="Symbol" charset="2"/>
              <a:buChar char=""/>
            </a:pPr>
            <a:r>
              <a:rPr b="0" lang="en-US" sz="2800" strike="noStrike" u="none">
                <a:solidFill>
                  <a:srgbClr val="666666"/>
                </a:solidFill>
                <a:effectLst/>
                <a:uFillTx/>
                <a:latin typeface="Noto Sans"/>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666666"/>
              </a:buClr>
              <a:buSzPct val="45000"/>
              <a:buFont typeface="Wingdings" charset="2"/>
              <a:buChar char=""/>
            </a:pPr>
            <a:r>
              <a:rPr b="0" lang="en-US" sz="2400" strike="noStrike" u="none">
                <a:solidFill>
                  <a:srgbClr val="666666"/>
                </a:solidFill>
                <a:effectLst/>
                <a:uFillTx/>
                <a:latin typeface="Noto Sans"/>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666666"/>
              </a:buClr>
              <a:buSzPct val="75000"/>
              <a:buFont typeface="Symbol" charset="2"/>
              <a:buChar char=""/>
            </a:pPr>
            <a:r>
              <a:rPr b="0" lang="en-US" sz="2000" strike="noStrike" u="none">
                <a:solidFill>
                  <a:srgbClr val="666666"/>
                </a:solidFill>
                <a:effectLst/>
                <a:uFillTx/>
                <a:latin typeface="Noto Sans"/>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Seventh Outline Level</a:t>
            </a:r>
            <a:endParaRPr b="0" lang="en-US" sz="2000" strike="noStrike" u="none">
              <a:solidFill>
                <a:srgbClr val="000000"/>
              </a:solidFill>
              <a:effectLst/>
              <a:uFillTx/>
              <a:latin typeface="Arial"/>
            </a:endParaRPr>
          </a:p>
        </p:txBody>
      </p:sp>
      <p:sp>
        <p:nvSpPr>
          <p:cNvPr id="58" name="PlaceHolder 3"/>
          <p:cNvSpPr>
            <a:spLocks noGrp="1"/>
          </p:cNvSpPr>
          <p:nvPr>
            <p:ph type="dt" idx="25"/>
          </p:nvPr>
        </p:nvSpPr>
        <p:spPr>
          <a:xfrm>
            <a:off x="503640" y="5919120"/>
            <a:ext cx="2346480" cy="269640"/>
          </a:xfrm>
          <a:prstGeom prst="rect">
            <a:avLst/>
          </a:prstGeom>
          <a:noFill/>
          <a:ln w="0">
            <a:noFill/>
          </a:ln>
        </p:spPr>
        <p:txBody>
          <a:bodyPr lIns="0" rIns="0" tIns="0" bIns="0" anchor="t">
            <a:spAutoFit/>
          </a:bodyPr>
          <a:lstStyle>
            <a:lvl1pPr indent="0">
              <a:lnSpc>
                <a:spcPct val="100000"/>
              </a:lnSpc>
              <a:buNone/>
              <a:tabLst>
                <a:tab algn="l" pos="0"/>
              </a:tabLst>
              <a:defRPr b="0" lang="en-US" sz="1400" strike="noStrike" u="none">
                <a:solidFill>
                  <a:srgbClr val="000000"/>
                </a:solidFill>
                <a:effectLst/>
                <a:uFillTx/>
                <a:latin typeface="Noto Sans"/>
              </a:defRPr>
            </a:lvl1pPr>
          </a:lstStyle>
          <a:p>
            <a:pPr indent="0">
              <a:lnSpc>
                <a:spcPct val="100000"/>
              </a:lnSpc>
              <a:buNone/>
              <a:tabLst>
                <a:tab algn="l" pos="0"/>
              </a:tabLst>
            </a:pPr>
            <a:r>
              <a:rPr b="0" lang="en-US" sz="1400" strike="noStrike" u="none">
                <a:solidFill>
                  <a:srgbClr val="000000"/>
                </a:solidFill>
                <a:effectLst/>
                <a:uFillTx/>
                <a:latin typeface="Noto Sans"/>
              </a:rPr>
              <a:t>&lt;date/time&gt;</a:t>
            </a:r>
            <a:endParaRPr b="0" lang="en-US" sz="1400" strike="noStrike" u="none">
              <a:solidFill>
                <a:srgbClr val="000000"/>
              </a:solidFill>
              <a:effectLst/>
              <a:uFillTx/>
              <a:latin typeface="Times New Roman"/>
            </a:endParaRPr>
          </a:p>
        </p:txBody>
      </p:sp>
      <p:sp>
        <p:nvSpPr>
          <p:cNvPr id="59" name="PlaceHolder 4"/>
          <p:cNvSpPr>
            <a:spLocks noGrp="1"/>
          </p:cNvSpPr>
          <p:nvPr>
            <p:ph type="ftr" idx="26"/>
          </p:nvPr>
        </p:nvSpPr>
        <p:spPr>
          <a:xfrm>
            <a:off x="3419640" y="5919120"/>
            <a:ext cx="3238920" cy="269640"/>
          </a:xfrm>
          <a:prstGeom prst="rect">
            <a:avLst/>
          </a:prstGeom>
          <a:noFill/>
          <a:ln w="0">
            <a:noFill/>
          </a:ln>
        </p:spPr>
        <p:txBody>
          <a:bodyPr lIns="0" rIns="0" tIns="0" bIns="0" anchor="t">
            <a:spAutoFit/>
          </a:bodyPr>
          <a:lstStyle>
            <a:lvl1pPr indent="0" algn="ctr">
              <a:lnSpc>
                <a:spcPct val="100000"/>
              </a:lnSpc>
              <a:buNone/>
              <a:tabLst>
                <a:tab algn="l" pos="0"/>
              </a:tabLst>
              <a:defRPr b="0" lang="en-US" sz="1400" strike="noStrike" u="none">
                <a:solidFill>
                  <a:srgbClr val="000000"/>
                </a:solidFill>
                <a:effectLst/>
                <a:uFillTx/>
                <a:latin typeface="Noto Sans"/>
              </a:defRPr>
            </a:lvl1pPr>
          </a:lstStyle>
          <a:p>
            <a:pPr indent="0" algn="ctr">
              <a:lnSpc>
                <a:spcPct val="100000"/>
              </a:lnSpc>
              <a:buNone/>
              <a:tabLst>
                <a:tab algn="l" pos="0"/>
              </a:tabLst>
            </a:pPr>
            <a:r>
              <a:rPr b="0" lang="en-US" sz="1400" strike="noStrike" u="none">
                <a:solidFill>
                  <a:srgbClr val="000000"/>
                </a:solidFill>
                <a:effectLst/>
                <a:uFillTx/>
                <a:latin typeface="Noto Sans"/>
              </a:rPr>
              <a:t>&lt;footer&gt;</a:t>
            </a:r>
            <a:endParaRPr b="0" lang="en-US" sz="1400" strike="noStrike" u="none">
              <a:solidFill>
                <a:srgbClr val="000000"/>
              </a:solidFill>
              <a:effectLst/>
              <a:uFillTx/>
              <a:latin typeface="Times New Roman"/>
            </a:endParaRPr>
          </a:p>
        </p:txBody>
      </p:sp>
      <p:sp>
        <p:nvSpPr>
          <p:cNvPr id="60" name="PlaceHolder 5"/>
          <p:cNvSpPr>
            <a:spLocks noGrp="1"/>
          </p:cNvSpPr>
          <p:nvPr>
            <p:ph type="sldNum" idx="27"/>
          </p:nvPr>
        </p:nvSpPr>
        <p:spPr>
          <a:xfrm>
            <a:off x="7228080" y="5919120"/>
            <a:ext cx="2346480" cy="242640"/>
          </a:xfrm>
          <a:prstGeom prst="rect">
            <a:avLst/>
          </a:prstGeom>
          <a:noFill/>
          <a:ln w="0">
            <a:noFill/>
          </a:ln>
        </p:spPr>
        <p:txBody>
          <a:bodyPr lIns="0" rIns="0" tIns="0" bIns="0" anchor="t">
            <a:spAutoFit/>
          </a:bodyPr>
          <a:lstStyle>
            <a:lvl1pPr indent="0" algn="r">
              <a:lnSpc>
                <a:spcPct val="100000"/>
              </a:lnSpc>
              <a:buNone/>
              <a:tabLst>
                <a:tab algn="l" pos="0"/>
              </a:tabLst>
              <a:defRPr b="0" lang="en-US" sz="1400" strike="noStrike" u="none">
                <a:solidFill>
                  <a:srgbClr val="000000"/>
                </a:solidFill>
                <a:effectLst/>
                <a:uFillTx/>
                <a:latin typeface="Noto Sans"/>
              </a:defRPr>
            </a:lvl1pPr>
          </a:lstStyle>
          <a:p>
            <a:pPr indent="0" algn="r">
              <a:lnSpc>
                <a:spcPct val="100000"/>
              </a:lnSpc>
              <a:buNone/>
              <a:tabLst>
                <a:tab algn="l" pos="0"/>
              </a:tabLst>
            </a:pPr>
            <a:fld id="{7AFCF026-593D-4791-8A37-75FA23B4E96F}" type="slidenum">
              <a:rPr b="0" lang="en-US" sz="1400" strike="noStrike" u="none">
                <a:solidFill>
                  <a:srgbClr val="000000"/>
                </a:solidFill>
                <a:effectLst/>
                <a:uFillTx/>
                <a:latin typeface="Noto Sans"/>
              </a:rPr>
              <a:t>&lt;number&gt;</a:t>
            </a:fld>
            <a:endParaRPr b="0" lang="en-US" sz="14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ue/White Chart">
    <p:bg>
      <p:bgPr>
        <a:solidFill>
          <a:srgbClr val="0d84a1"/>
        </a:solidFill>
      </p:bgPr>
    </p:bg>
    <p:spTree>
      <p:nvGrpSpPr>
        <p:cNvPr id="1" name=""/>
        <p:cNvGrpSpPr/>
        <p:nvPr/>
      </p:nvGrpSpPr>
      <p:grpSpPr>
        <a:xfrm>
          <a:off x="0" y="0"/>
          <a:ext cx="0" cy="0"/>
          <a:chOff x="0" y="0"/>
          <a:chExt cx="0" cy="0"/>
        </a:xfrm>
      </p:grpSpPr>
      <p:sp>
        <p:nvSpPr>
          <p:cNvPr id="61" name=""/>
          <p:cNvSpPr/>
          <p:nvPr/>
        </p:nvSpPr>
        <p:spPr>
          <a:xfrm>
            <a:off x="0" y="399600"/>
            <a:ext cx="3598920" cy="639000"/>
          </a:xfrm>
          <a:prstGeom prst="rect">
            <a:avLst/>
          </a:prstGeom>
          <a:solidFill>
            <a:srgbClr val="ffffff"/>
          </a:solidFill>
          <a:ln w="0">
            <a:noFill/>
          </a:ln>
        </p:spPr>
        <p:style>
          <a:lnRef idx="0"/>
          <a:fillRef idx="0"/>
          <a:effectRef idx="0"/>
          <a:fontRef idx="minor"/>
        </p:style>
        <p:txBody>
          <a:bodyPr wrap="none" lIns="0" rIns="0" tIns="0" bIns="0" anchor="ctr">
            <a:noAutofit/>
          </a:bodyPr>
          <a:p>
            <a:pPr algn="ctr">
              <a:lnSpc>
                <a:spcPct val="100000"/>
              </a:lnSpc>
            </a:pPr>
            <a:endParaRPr b="0" lang="en-US" sz="1800" strike="noStrike" u="none">
              <a:solidFill>
                <a:srgbClr val="000000"/>
              </a:solidFill>
              <a:effectLst/>
              <a:uFillTx/>
              <a:latin typeface="Noto Sans"/>
              <a:ea typeface="DejaVu Sans"/>
            </a:endParaRPr>
          </a:p>
        </p:txBody>
      </p:sp>
      <p:sp>
        <p:nvSpPr>
          <p:cNvPr id="62" name="PlaceHolder 1"/>
          <p:cNvSpPr>
            <a:spLocks noGrp="1"/>
          </p:cNvSpPr>
          <p:nvPr>
            <p:ph type="title"/>
          </p:nvPr>
        </p:nvSpPr>
        <p:spPr>
          <a:xfrm>
            <a:off x="0" y="319680"/>
            <a:ext cx="3526920" cy="799200"/>
          </a:xfrm>
          <a:prstGeom prst="rect">
            <a:avLst/>
          </a:prstGeom>
          <a:noFill/>
          <a:ln w="0">
            <a:noFill/>
          </a:ln>
        </p:spPr>
        <p:txBody>
          <a:bodyPr lIns="0" rIns="0" tIns="0" bIns="0" anchor="ctr">
            <a:normAutofit fontScale="85000" lnSpcReduction="9999"/>
          </a:bodyPr>
          <a:p>
            <a:pPr indent="0" algn="r">
              <a:lnSpc>
                <a:spcPct val="100000"/>
              </a:lnSpc>
              <a:buNone/>
              <a:tabLst>
                <a:tab algn="l" pos="0"/>
              </a:tabLst>
            </a:pPr>
            <a:r>
              <a:rPr b="1" lang="en-US" sz="3200" strike="noStrike" u="none">
                <a:solidFill>
                  <a:srgbClr val="0d84a1"/>
                </a:solidFill>
                <a:effectLst/>
                <a:uFillTx/>
                <a:latin typeface="Noto Sans"/>
              </a:rPr>
              <a:t>Click to edit the title text format</a:t>
            </a:r>
            <a:endParaRPr b="0" lang="en-US" sz="3200" strike="noStrike" u="none">
              <a:solidFill>
                <a:srgbClr val="ffffff"/>
              </a:solidFill>
              <a:effectLst/>
              <a:uFillTx/>
              <a:latin typeface="Arial"/>
            </a:endParaRPr>
          </a:p>
        </p:txBody>
      </p:sp>
      <p:sp>
        <p:nvSpPr>
          <p:cNvPr id="63" name="PlaceHolder 2"/>
          <p:cNvSpPr>
            <a:spLocks noGrp="1"/>
          </p:cNvSpPr>
          <p:nvPr>
            <p:ph type="body"/>
          </p:nvPr>
        </p:nvSpPr>
        <p:spPr>
          <a:xfrm>
            <a:off x="503640" y="1399680"/>
            <a:ext cx="9070560" cy="419868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Noto Sans"/>
              </a:rPr>
              <a:t>Click to edit the outline text format</a:t>
            </a:r>
            <a:endParaRPr b="0" lang="en-US" sz="32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800" strike="noStrike" u="none">
                <a:solidFill>
                  <a:srgbClr val="ffffff"/>
                </a:solidFill>
                <a:effectLst/>
                <a:uFillTx/>
                <a:latin typeface="Noto Sans"/>
              </a:rPr>
              <a:t>Second Outline Level</a:t>
            </a:r>
            <a:endParaRPr b="0" lang="en-US" sz="2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400" strike="noStrike" u="none">
                <a:solidFill>
                  <a:srgbClr val="ffffff"/>
                </a:solidFill>
                <a:effectLst/>
                <a:uFillTx/>
                <a:latin typeface="Noto Sans"/>
              </a:rPr>
              <a:t>Third Outline Level</a:t>
            </a:r>
            <a:endParaRPr b="0" lang="en-US" sz="24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000" strike="noStrike" u="none">
                <a:solidFill>
                  <a:srgbClr val="ffffff"/>
                </a:solidFill>
                <a:effectLst/>
                <a:uFillTx/>
                <a:latin typeface="Noto Sans"/>
              </a:rPr>
              <a:t>Fourth Outline Level</a:t>
            </a:r>
            <a:endParaRPr b="0" lang="en-US" sz="20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000" strike="noStrike" u="none">
                <a:solidFill>
                  <a:srgbClr val="ffffff"/>
                </a:solidFill>
                <a:effectLst/>
                <a:uFillTx/>
                <a:latin typeface="Noto Sans"/>
              </a:rPr>
              <a:t>Fifth Outline Level</a:t>
            </a:r>
            <a:endParaRPr b="0" lang="en-US" sz="20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000" strike="noStrike" u="none">
                <a:solidFill>
                  <a:srgbClr val="ffffff"/>
                </a:solidFill>
                <a:effectLst/>
                <a:uFillTx/>
                <a:latin typeface="Noto Sans"/>
              </a:rPr>
              <a:t>Sixth Outline Level</a:t>
            </a:r>
            <a:endParaRPr b="0" lang="en-US" sz="20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000" strike="noStrike" u="none">
                <a:solidFill>
                  <a:srgbClr val="ffffff"/>
                </a:solidFill>
                <a:effectLst/>
                <a:uFillTx/>
                <a:latin typeface="Noto Sans"/>
              </a:rPr>
              <a:t>Seventh Outline Level</a:t>
            </a:r>
            <a:endParaRPr b="0" lang="en-US" sz="2000" strike="noStrike" u="none">
              <a:solidFill>
                <a:srgbClr val="ffffff"/>
              </a:solidFill>
              <a:effectLst/>
              <a:uFillTx/>
              <a:latin typeface="Arial"/>
            </a:endParaRPr>
          </a:p>
        </p:txBody>
      </p:sp>
      <p:sp>
        <p:nvSpPr>
          <p:cNvPr id="64" name="PlaceHolder 3"/>
          <p:cNvSpPr>
            <a:spLocks noGrp="1"/>
          </p:cNvSpPr>
          <p:nvPr>
            <p:ph type="dt" idx="28"/>
          </p:nvPr>
        </p:nvSpPr>
        <p:spPr>
          <a:xfrm>
            <a:off x="503640" y="5919120"/>
            <a:ext cx="2346480" cy="269640"/>
          </a:xfrm>
          <a:prstGeom prst="rect">
            <a:avLst/>
          </a:prstGeom>
          <a:noFill/>
          <a:ln w="0">
            <a:noFill/>
          </a:ln>
        </p:spPr>
        <p:txBody>
          <a:bodyPr lIns="0" rIns="0" tIns="0" bIns="0" anchor="t">
            <a:spAutoFit/>
          </a:bodyPr>
          <a:lstStyle>
            <a:lvl1pPr indent="0">
              <a:lnSpc>
                <a:spcPct val="100000"/>
              </a:lnSpc>
              <a:buNone/>
              <a:tabLst>
                <a:tab algn="l" pos="0"/>
              </a:tabLst>
              <a:defRPr b="0" lang="en-US" sz="1400" strike="noStrike" u="none">
                <a:solidFill>
                  <a:srgbClr val="ffffff"/>
                </a:solidFill>
                <a:effectLst/>
                <a:uFillTx/>
                <a:latin typeface="Noto Sans"/>
              </a:defRPr>
            </a:lvl1pPr>
          </a:lstStyle>
          <a:p>
            <a:pPr indent="0">
              <a:lnSpc>
                <a:spcPct val="100000"/>
              </a:lnSpc>
              <a:buNone/>
              <a:tabLst>
                <a:tab algn="l" pos="0"/>
              </a:tabLst>
            </a:pPr>
            <a:r>
              <a:rPr b="0" lang="en-US" sz="1400" strike="noStrike" u="none">
                <a:solidFill>
                  <a:srgbClr val="ffffff"/>
                </a:solidFill>
                <a:effectLst/>
                <a:uFillTx/>
                <a:latin typeface="Noto Sans"/>
              </a:rPr>
              <a:t>&lt;date/time&gt;</a:t>
            </a:r>
            <a:endParaRPr b="0" lang="en-US" sz="1400" strike="noStrike" u="none">
              <a:solidFill>
                <a:srgbClr val="ffffff"/>
              </a:solidFill>
              <a:effectLst/>
              <a:uFillTx/>
              <a:latin typeface="Times New Roman"/>
            </a:endParaRPr>
          </a:p>
        </p:txBody>
      </p:sp>
      <p:sp>
        <p:nvSpPr>
          <p:cNvPr id="65" name="PlaceHolder 4"/>
          <p:cNvSpPr>
            <a:spLocks noGrp="1"/>
          </p:cNvSpPr>
          <p:nvPr>
            <p:ph type="ftr" idx="29"/>
          </p:nvPr>
        </p:nvSpPr>
        <p:spPr>
          <a:xfrm>
            <a:off x="3419640" y="5919120"/>
            <a:ext cx="3238920" cy="269640"/>
          </a:xfrm>
          <a:prstGeom prst="rect">
            <a:avLst/>
          </a:prstGeom>
          <a:noFill/>
          <a:ln w="0">
            <a:noFill/>
          </a:ln>
        </p:spPr>
        <p:txBody>
          <a:bodyPr lIns="0" rIns="0" tIns="0" bIns="0" anchor="t">
            <a:spAutoFit/>
          </a:bodyPr>
          <a:lstStyle>
            <a:lvl1pPr indent="0" algn="ctr">
              <a:lnSpc>
                <a:spcPct val="100000"/>
              </a:lnSpc>
              <a:buNone/>
              <a:tabLst>
                <a:tab algn="l" pos="0"/>
              </a:tabLst>
              <a:defRPr b="0" lang="en-US" sz="1400" strike="noStrike" u="none">
                <a:solidFill>
                  <a:srgbClr val="ffffff"/>
                </a:solidFill>
                <a:effectLst/>
                <a:uFillTx/>
                <a:latin typeface="Noto Sans"/>
              </a:defRPr>
            </a:lvl1pPr>
          </a:lstStyle>
          <a:p>
            <a:pPr indent="0" algn="ctr">
              <a:lnSpc>
                <a:spcPct val="100000"/>
              </a:lnSpc>
              <a:buNone/>
              <a:tabLst>
                <a:tab algn="l" pos="0"/>
              </a:tabLst>
            </a:pPr>
            <a:r>
              <a:rPr b="0" lang="en-US" sz="1400" strike="noStrike" u="none">
                <a:solidFill>
                  <a:srgbClr val="ffffff"/>
                </a:solidFill>
                <a:effectLst/>
                <a:uFillTx/>
                <a:latin typeface="Noto Sans"/>
              </a:rPr>
              <a:t>&lt;footer&gt;</a:t>
            </a:r>
            <a:endParaRPr b="0" lang="en-US" sz="1400" strike="noStrike" u="none">
              <a:solidFill>
                <a:srgbClr val="ffffff"/>
              </a:solidFill>
              <a:effectLst/>
              <a:uFillTx/>
              <a:latin typeface="Times New Roman"/>
            </a:endParaRPr>
          </a:p>
        </p:txBody>
      </p:sp>
      <p:sp>
        <p:nvSpPr>
          <p:cNvPr id="66" name="PlaceHolder 5"/>
          <p:cNvSpPr>
            <a:spLocks noGrp="1"/>
          </p:cNvSpPr>
          <p:nvPr>
            <p:ph type="sldNum" idx="30"/>
          </p:nvPr>
        </p:nvSpPr>
        <p:spPr>
          <a:xfrm>
            <a:off x="7228080" y="5919120"/>
            <a:ext cx="2346480" cy="242640"/>
          </a:xfrm>
          <a:prstGeom prst="rect">
            <a:avLst/>
          </a:prstGeom>
          <a:noFill/>
          <a:ln w="0">
            <a:noFill/>
          </a:ln>
        </p:spPr>
        <p:txBody>
          <a:bodyPr lIns="0" rIns="0" tIns="0" bIns="0" anchor="t">
            <a:spAutoFit/>
          </a:bodyPr>
          <a:lstStyle>
            <a:lvl1pPr indent="0" algn="r">
              <a:lnSpc>
                <a:spcPct val="100000"/>
              </a:lnSpc>
              <a:buNone/>
              <a:tabLst>
                <a:tab algn="l" pos="0"/>
              </a:tabLst>
              <a:defRPr b="0" lang="en-US" sz="1400" strike="noStrike" u="none">
                <a:solidFill>
                  <a:srgbClr val="ffffff"/>
                </a:solidFill>
                <a:effectLst/>
                <a:uFillTx/>
                <a:latin typeface="Noto Sans"/>
              </a:defRPr>
            </a:lvl1pPr>
          </a:lstStyle>
          <a:p>
            <a:pPr indent="0" algn="r">
              <a:lnSpc>
                <a:spcPct val="100000"/>
              </a:lnSpc>
              <a:buNone/>
              <a:tabLst>
                <a:tab algn="l" pos="0"/>
              </a:tabLst>
            </a:pPr>
            <a:fld id="{CED09568-FB38-4A23-A1EE-C378376E070C}" type="slidenum">
              <a:rPr b="0" lang="en-US" sz="1400" strike="noStrike" u="none">
                <a:solidFill>
                  <a:srgbClr val="ffffff"/>
                </a:solidFill>
                <a:effectLst/>
                <a:uFillTx/>
                <a:latin typeface="Noto Sans"/>
              </a:rPr>
              <a:t>&lt;number&gt;</a:t>
            </a:fld>
            <a:endParaRPr b="0" lang="en-US" sz="1400" strike="noStrike" u="none">
              <a:solidFill>
                <a:srgbClr val="ffffff"/>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White/Blue Chart">
    <p:spTree>
      <p:nvGrpSpPr>
        <p:cNvPr id="1" name=""/>
        <p:cNvGrpSpPr/>
        <p:nvPr/>
      </p:nvGrpSpPr>
      <p:grpSpPr>
        <a:xfrm>
          <a:off x="0" y="0"/>
          <a:ext cx="0" cy="0"/>
          <a:chOff x="0" y="0"/>
          <a:chExt cx="0" cy="0"/>
        </a:xfrm>
      </p:grpSpPr>
      <p:sp>
        <p:nvSpPr>
          <p:cNvPr id="67" name=""/>
          <p:cNvSpPr/>
          <p:nvPr/>
        </p:nvSpPr>
        <p:spPr>
          <a:xfrm>
            <a:off x="0" y="399600"/>
            <a:ext cx="3598920" cy="639000"/>
          </a:xfrm>
          <a:prstGeom prst="rect">
            <a:avLst/>
          </a:prstGeom>
          <a:solidFill>
            <a:srgbClr val="0d84a1"/>
          </a:solidFill>
          <a:ln w="0">
            <a:noFill/>
          </a:ln>
        </p:spPr>
        <p:style>
          <a:lnRef idx="0"/>
          <a:fillRef idx="0"/>
          <a:effectRef idx="0"/>
          <a:fontRef idx="minor"/>
        </p:style>
        <p:txBody>
          <a:bodyPr wrap="none" lIns="0" rIns="0" tIns="0" bIns="0" anchor="ctr">
            <a:noAutofit/>
          </a:bodyPr>
          <a:p>
            <a:pPr algn="ctr">
              <a:lnSpc>
                <a:spcPct val="100000"/>
              </a:lnSpc>
            </a:pPr>
            <a:endParaRPr b="0" lang="en-US" sz="1800" strike="noStrike" u="none">
              <a:solidFill>
                <a:srgbClr val="ffffff"/>
              </a:solidFill>
              <a:effectLst/>
              <a:uFillTx/>
              <a:latin typeface="Noto Sans"/>
              <a:ea typeface="DejaVu Sans"/>
            </a:endParaRPr>
          </a:p>
        </p:txBody>
      </p:sp>
      <p:sp>
        <p:nvSpPr>
          <p:cNvPr id="68" name="PlaceHolder 1"/>
          <p:cNvSpPr>
            <a:spLocks noGrp="1"/>
          </p:cNvSpPr>
          <p:nvPr>
            <p:ph type="title"/>
          </p:nvPr>
        </p:nvSpPr>
        <p:spPr>
          <a:xfrm>
            <a:off x="0" y="319680"/>
            <a:ext cx="3526920" cy="799200"/>
          </a:xfrm>
          <a:prstGeom prst="rect">
            <a:avLst/>
          </a:prstGeom>
          <a:noFill/>
          <a:ln w="0">
            <a:noFill/>
          </a:ln>
        </p:spPr>
        <p:txBody>
          <a:bodyPr lIns="0" rIns="0" tIns="0" bIns="0" anchor="ctr">
            <a:normAutofit fontScale="85000" lnSpcReduction="9999"/>
          </a:bodyPr>
          <a:p>
            <a:pPr indent="0" algn="r">
              <a:lnSpc>
                <a:spcPct val="100000"/>
              </a:lnSpc>
              <a:buNone/>
              <a:tabLst>
                <a:tab algn="l" pos="0"/>
              </a:tabLst>
            </a:pPr>
            <a:r>
              <a:rPr b="1" lang="en-US" sz="3200" strike="noStrike" u="none">
                <a:solidFill>
                  <a:srgbClr val="ffffff"/>
                </a:solidFill>
                <a:effectLst/>
                <a:uFillTx/>
                <a:latin typeface="Noto Sans"/>
              </a:rPr>
              <a:t>Click to edit the title text format</a:t>
            </a:r>
            <a:endParaRPr b="0" lang="en-US" sz="3200" strike="noStrike" u="none">
              <a:solidFill>
                <a:srgbClr val="000000"/>
              </a:solidFill>
              <a:effectLst/>
              <a:uFillTx/>
              <a:latin typeface="Arial"/>
            </a:endParaRPr>
          </a:p>
        </p:txBody>
      </p:sp>
      <p:sp>
        <p:nvSpPr>
          <p:cNvPr id="69" name="PlaceHolder 2"/>
          <p:cNvSpPr>
            <a:spLocks noGrp="1"/>
          </p:cNvSpPr>
          <p:nvPr>
            <p:ph type="body"/>
          </p:nvPr>
        </p:nvSpPr>
        <p:spPr>
          <a:xfrm>
            <a:off x="503640" y="1399680"/>
            <a:ext cx="9070560" cy="4198680"/>
          </a:xfrm>
          <a:prstGeom prst="rect">
            <a:avLst/>
          </a:prstGeom>
          <a:noFill/>
          <a:ln w="0">
            <a:noFill/>
          </a:ln>
        </p:spPr>
        <p:txBody>
          <a:bodyPr lIns="0" rIns="0" tIns="0" bIns="0" anchor="t">
            <a:normAutofit/>
          </a:bodyPr>
          <a:p>
            <a:pPr marL="432000" indent="-324000">
              <a:lnSpc>
                <a:spcPct val="100000"/>
              </a:lnSpc>
              <a:spcBef>
                <a:spcPts val="1417"/>
              </a:spcBef>
              <a:buClr>
                <a:srgbClr val="666666"/>
              </a:buClr>
              <a:buSzPct val="45000"/>
              <a:buFont typeface="Wingdings" charset="2"/>
              <a:buChar char=""/>
            </a:pPr>
            <a:r>
              <a:rPr b="0" lang="en-US" sz="3200" strike="noStrike" u="none">
                <a:solidFill>
                  <a:srgbClr val="666666"/>
                </a:solidFill>
                <a:effectLst/>
                <a:uFillTx/>
                <a:latin typeface="Noto Sans"/>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666666"/>
              </a:buClr>
              <a:buSzPct val="75000"/>
              <a:buFont typeface="Symbol" charset="2"/>
              <a:buChar char=""/>
            </a:pPr>
            <a:r>
              <a:rPr b="0" lang="en-US" sz="2800" strike="noStrike" u="none">
                <a:solidFill>
                  <a:srgbClr val="666666"/>
                </a:solidFill>
                <a:effectLst/>
                <a:uFillTx/>
                <a:latin typeface="Noto Sans"/>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666666"/>
              </a:buClr>
              <a:buSzPct val="45000"/>
              <a:buFont typeface="Wingdings" charset="2"/>
              <a:buChar char=""/>
            </a:pPr>
            <a:r>
              <a:rPr b="0" lang="en-US" sz="2400" strike="noStrike" u="none">
                <a:solidFill>
                  <a:srgbClr val="666666"/>
                </a:solidFill>
                <a:effectLst/>
                <a:uFillTx/>
                <a:latin typeface="Noto Sans"/>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666666"/>
              </a:buClr>
              <a:buSzPct val="75000"/>
              <a:buFont typeface="Symbol" charset="2"/>
              <a:buChar char=""/>
            </a:pPr>
            <a:r>
              <a:rPr b="0" lang="en-US" sz="2000" strike="noStrike" u="none">
                <a:solidFill>
                  <a:srgbClr val="666666"/>
                </a:solidFill>
                <a:effectLst/>
                <a:uFillTx/>
                <a:latin typeface="Noto Sans"/>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Seventh Outline Level</a:t>
            </a:r>
            <a:endParaRPr b="0" lang="en-US" sz="2000" strike="noStrike" u="none">
              <a:solidFill>
                <a:srgbClr val="000000"/>
              </a:solidFill>
              <a:effectLst/>
              <a:uFillTx/>
              <a:latin typeface="Arial"/>
            </a:endParaRPr>
          </a:p>
        </p:txBody>
      </p:sp>
      <p:sp>
        <p:nvSpPr>
          <p:cNvPr id="70" name="PlaceHolder 3"/>
          <p:cNvSpPr>
            <a:spLocks noGrp="1"/>
          </p:cNvSpPr>
          <p:nvPr>
            <p:ph type="dt" idx="31"/>
          </p:nvPr>
        </p:nvSpPr>
        <p:spPr>
          <a:xfrm>
            <a:off x="503640" y="5919120"/>
            <a:ext cx="2346480" cy="269640"/>
          </a:xfrm>
          <a:prstGeom prst="rect">
            <a:avLst/>
          </a:prstGeom>
          <a:noFill/>
          <a:ln w="0">
            <a:noFill/>
          </a:ln>
        </p:spPr>
        <p:txBody>
          <a:bodyPr lIns="0" rIns="0" tIns="0" bIns="0" anchor="t">
            <a:spAutoFit/>
          </a:bodyPr>
          <a:lstStyle>
            <a:lvl1pPr indent="0">
              <a:lnSpc>
                <a:spcPct val="100000"/>
              </a:lnSpc>
              <a:buNone/>
              <a:tabLst>
                <a:tab algn="l" pos="0"/>
              </a:tabLst>
              <a:defRPr b="0" lang="en-US" sz="1400" strike="noStrike" u="none">
                <a:solidFill>
                  <a:srgbClr val="000000"/>
                </a:solidFill>
                <a:effectLst/>
                <a:uFillTx/>
                <a:latin typeface="Noto Sans"/>
              </a:defRPr>
            </a:lvl1pPr>
          </a:lstStyle>
          <a:p>
            <a:pPr indent="0">
              <a:lnSpc>
                <a:spcPct val="100000"/>
              </a:lnSpc>
              <a:buNone/>
              <a:tabLst>
                <a:tab algn="l" pos="0"/>
              </a:tabLst>
            </a:pPr>
            <a:r>
              <a:rPr b="0" lang="en-US" sz="1400" strike="noStrike" u="none">
                <a:solidFill>
                  <a:srgbClr val="000000"/>
                </a:solidFill>
                <a:effectLst/>
                <a:uFillTx/>
                <a:latin typeface="Noto Sans"/>
              </a:rPr>
              <a:t>&lt;date/time&gt;</a:t>
            </a:r>
            <a:endParaRPr b="0" lang="en-US" sz="1400" strike="noStrike" u="none">
              <a:solidFill>
                <a:srgbClr val="000000"/>
              </a:solidFill>
              <a:effectLst/>
              <a:uFillTx/>
              <a:latin typeface="Times New Roman"/>
            </a:endParaRPr>
          </a:p>
        </p:txBody>
      </p:sp>
      <p:sp>
        <p:nvSpPr>
          <p:cNvPr id="71" name="PlaceHolder 4"/>
          <p:cNvSpPr>
            <a:spLocks noGrp="1"/>
          </p:cNvSpPr>
          <p:nvPr>
            <p:ph type="ftr" idx="32"/>
          </p:nvPr>
        </p:nvSpPr>
        <p:spPr>
          <a:xfrm>
            <a:off x="3419640" y="5919120"/>
            <a:ext cx="3238920" cy="269640"/>
          </a:xfrm>
          <a:prstGeom prst="rect">
            <a:avLst/>
          </a:prstGeom>
          <a:noFill/>
          <a:ln w="0">
            <a:noFill/>
          </a:ln>
        </p:spPr>
        <p:txBody>
          <a:bodyPr lIns="0" rIns="0" tIns="0" bIns="0" anchor="t">
            <a:spAutoFit/>
          </a:bodyPr>
          <a:lstStyle>
            <a:lvl1pPr indent="0" algn="ctr">
              <a:lnSpc>
                <a:spcPct val="100000"/>
              </a:lnSpc>
              <a:buNone/>
              <a:tabLst>
                <a:tab algn="l" pos="0"/>
              </a:tabLst>
              <a:defRPr b="0" lang="en-US" sz="1400" strike="noStrike" u="none">
                <a:solidFill>
                  <a:srgbClr val="000000"/>
                </a:solidFill>
                <a:effectLst/>
                <a:uFillTx/>
                <a:latin typeface="Noto Sans"/>
              </a:defRPr>
            </a:lvl1pPr>
          </a:lstStyle>
          <a:p>
            <a:pPr indent="0" algn="ctr">
              <a:lnSpc>
                <a:spcPct val="100000"/>
              </a:lnSpc>
              <a:buNone/>
              <a:tabLst>
                <a:tab algn="l" pos="0"/>
              </a:tabLst>
            </a:pPr>
            <a:r>
              <a:rPr b="0" lang="en-US" sz="1400" strike="noStrike" u="none">
                <a:solidFill>
                  <a:srgbClr val="000000"/>
                </a:solidFill>
                <a:effectLst/>
                <a:uFillTx/>
                <a:latin typeface="Noto Sans"/>
              </a:rPr>
              <a:t>&lt;footer&gt;</a:t>
            </a:r>
            <a:endParaRPr b="0" lang="en-US" sz="1400" strike="noStrike" u="none">
              <a:solidFill>
                <a:srgbClr val="000000"/>
              </a:solidFill>
              <a:effectLst/>
              <a:uFillTx/>
              <a:latin typeface="Times New Roman"/>
            </a:endParaRPr>
          </a:p>
        </p:txBody>
      </p:sp>
      <p:sp>
        <p:nvSpPr>
          <p:cNvPr id="72" name="PlaceHolder 5"/>
          <p:cNvSpPr>
            <a:spLocks noGrp="1"/>
          </p:cNvSpPr>
          <p:nvPr>
            <p:ph type="sldNum" idx="33"/>
          </p:nvPr>
        </p:nvSpPr>
        <p:spPr>
          <a:xfrm>
            <a:off x="7228080" y="5919120"/>
            <a:ext cx="2346480" cy="242640"/>
          </a:xfrm>
          <a:prstGeom prst="rect">
            <a:avLst/>
          </a:prstGeom>
          <a:noFill/>
          <a:ln w="0">
            <a:noFill/>
          </a:ln>
        </p:spPr>
        <p:txBody>
          <a:bodyPr lIns="0" rIns="0" tIns="0" bIns="0" anchor="t">
            <a:spAutoFit/>
          </a:bodyPr>
          <a:lstStyle>
            <a:lvl1pPr indent="0" algn="r">
              <a:lnSpc>
                <a:spcPct val="100000"/>
              </a:lnSpc>
              <a:buNone/>
              <a:tabLst>
                <a:tab algn="l" pos="0"/>
              </a:tabLst>
              <a:defRPr b="0" lang="en-US" sz="1400" strike="noStrike" u="none">
                <a:solidFill>
                  <a:srgbClr val="000000"/>
                </a:solidFill>
                <a:effectLst/>
                <a:uFillTx/>
                <a:latin typeface="Noto Sans"/>
              </a:defRPr>
            </a:lvl1pPr>
          </a:lstStyle>
          <a:p>
            <a:pPr indent="0" algn="r">
              <a:lnSpc>
                <a:spcPct val="100000"/>
              </a:lnSpc>
              <a:buNone/>
              <a:tabLst>
                <a:tab algn="l" pos="0"/>
              </a:tabLst>
            </a:pPr>
            <a:fld id="{0E8F3E30-3193-43D1-BF13-7EFC0D766FBB}" type="slidenum">
              <a:rPr b="0" lang="en-US" sz="1400" strike="noStrike" u="none">
                <a:solidFill>
                  <a:srgbClr val="000000"/>
                </a:solidFill>
                <a:effectLst/>
                <a:uFillTx/>
                <a:latin typeface="Noto Sans"/>
              </a:rPr>
              <a:t>&lt;number&gt;</a:t>
            </a:fld>
            <a:endParaRPr b="0" lang="en-US" sz="1400" strike="noStrike" u="non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iagram">
    <p:spTree>
      <p:nvGrpSpPr>
        <p:cNvPr id="1" name=""/>
        <p:cNvGrpSpPr/>
        <p:nvPr/>
      </p:nvGrpSpPr>
      <p:grpSpPr>
        <a:xfrm>
          <a:off x="0" y="0"/>
          <a:ext cx="0" cy="0"/>
          <a:chOff x="0" y="0"/>
          <a:chExt cx="0" cy="0"/>
        </a:xfrm>
      </p:grpSpPr>
      <p:sp>
        <p:nvSpPr>
          <p:cNvPr id="73" name=""/>
          <p:cNvSpPr/>
          <p:nvPr/>
        </p:nvSpPr>
        <p:spPr>
          <a:xfrm>
            <a:off x="7610400" y="-360"/>
            <a:ext cx="2468160" cy="6298920"/>
          </a:xfrm>
          <a:custGeom>
            <a:avLst/>
            <a:gdLst>
              <a:gd name="textAreaLeft" fmla="*/ 0 w 2468160"/>
              <a:gd name="textAreaRight" fmla="*/ 2468880 w 2468160"/>
              <a:gd name="textAreaTop" fmla="*/ 0 h 6298920"/>
              <a:gd name="textAreaBottom" fmla="*/ 6299640 h 6298920"/>
            </a:gdLst>
            <a:ahLst/>
            <a:cxnLst/>
            <a:rect l="textAreaLeft" t="textAreaTop" r="textAreaRight" b="textAreaBottom"/>
            <a:pathLst>
              <a:path w="6858" h="15751">
                <a:moveTo>
                  <a:pt x="6858" y="0"/>
                </a:moveTo>
                <a:cubicBezTo>
                  <a:pt x="6858" y="5250"/>
                  <a:pt x="6858" y="10501"/>
                  <a:pt x="6858" y="15751"/>
                </a:cubicBezTo>
                <a:cubicBezTo>
                  <a:pt x="6181" y="15751"/>
                  <a:pt x="2286" y="15751"/>
                  <a:pt x="0" y="15751"/>
                </a:cubicBezTo>
                <a:cubicBezTo>
                  <a:pt x="2253" y="10501"/>
                  <a:pt x="4505" y="5250"/>
                  <a:pt x="6758" y="0"/>
                </a:cubicBezTo>
                <a:cubicBezTo>
                  <a:pt x="6791" y="0"/>
                  <a:pt x="6181" y="0"/>
                  <a:pt x="6858" y="0"/>
                </a:cubicBezTo>
                <a:close/>
              </a:path>
            </a:pathLst>
          </a:custGeom>
          <a:solidFill>
            <a:srgbClr val="0d84a1"/>
          </a:solidFill>
          <a:ln w="0">
            <a:noFill/>
          </a:ln>
        </p:spPr>
        <p:style>
          <a:lnRef idx="0"/>
          <a:fillRef idx="0"/>
          <a:effectRef idx="0"/>
          <a:fontRef idx="minor"/>
        </p:style>
        <p:txBody>
          <a:bodyPr lIns="0" rIns="0" tIns="0" bIns="0" anchor="ctr">
            <a:noAutofit/>
          </a:bodyPr>
          <a:p>
            <a:pPr algn="ctr">
              <a:lnSpc>
                <a:spcPct val="100000"/>
              </a:lnSpc>
            </a:pPr>
            <a:endParaRPr b="0" lang="en-US" sz="1800" strike="noStrike" u="none">
              <a:solidFill>
                <a:srgbClr val="ffffff"/>
              </a:solidFill>
              <a:effectLst/>
              <a:uFillTx/>
              <a:latin typeface="Noto Sans"/>
              <a:ea typeface="DejaVu Sans"/>
            </a:endParaRPr>
          </a:p>
        </p:txBody>
      </p:sp>
      <p:sp>
        <p:nvSpPr>
          <p:cNvPr id="74" name=""/>
          <p:cNvSpPr/>
          <p:nvPr/>
        </p:nvSpPr>
        <p:spPr>
          <a:xfrm>
            <a:off x="0" y="0"/>
            <a:ext cx="2468160" cy="6298920"/>
          </a:xfrm>
          <a:custGeom>
            <a:avLst/>
            <a:gdLst>
              <a:gd name="textAreaLeft" fmla="*/ 0 w 2468160"/>
              <a:gd name="textAreaRight" fmla="*/ 2468880 w 2468160"/>
              <a:gd name="textAreaTop" fmla="*/ 0 h 6298920"/>
              <a:gd name="textAreaBottom" fmla="*/ 6299640 h 6298920"/>
            </a:gdLst>
            <a:ahLst/>
            <a:cxnLst/>
            <a:rect l="textAreaLeft" t="textAreaTop" r="textAreaRight" b="textAreaBottom"/>
            <a:pathLst>
              <a:path w="6858" h="15751">
                <a:moveTo>
                  <a:pt x="0" y="15751"/>
                </a:moveTo>
                <a:cubicBezTo>
                  <a:pt x="0" y="10501"/>
                  <a:pt x="0" y="5250"/>
                  <a:pt x="0" y="0"/>
                </a:cubicBezTo>
                <a:cubicBezTo>
                  <a:pt x="677" y="0"/>
                  <a:pt x="4572" y="0"/>
                  <a:pt x="6858" y="0"/>
                </a:cubicBezTo>
                <a:cubicBezTo>
                  <a:pt x="4605" y="5250"/>
                  <a:pt x="2353" y="10501"/>
                  <a:pt x="100" y="15751"/>
                </a:cubicBezTo>
                <a:cubicBezTo>
                  <a:pt x="67" y="15751"/>
                  <a:pt x="677" y="15751"/>
                  <a:pt x="0" y="15751"/>
                </a:cubicBezTo>
                <a:close/>
              </a:path>
            </a:pathLst>
          </a:custGeom>
          <a:solidFill>
            <a:srgbClr val="0d84a1"/>
          </a:solidFill>
          <a:ln w="0">
            <a:noFill/>
          </a:ln>
        </p:spPr>
        <p:style>
          <a:lnRef idx="0"/>
          <a:fillRef idx="0"/>
          <a:effectRef idx="0"/>
          <a:fontRef idx="minor"/>
        </p:style>
        <p:txBody>
          <a:bodyPr lIns="0" rIns="0" tIns="0" bIns="0" anchor="ctr">
            <a:noAutofit/>
          </a:bodyPr>
          <a:p>
            <a:pPr algn="ctr">
              <a:lnSpc>
                <a:spcPct val="100000"/>
              </a:lnSpc>
            </a:pPr>
            <a:endParaRPr b="0" lang="en-US" sz="1800" strike="noStrike" u="none">
              <a:solidFill>
                <a:srgbClr val="ffffff"/>
              </a:solidFill>
              <a:effectLst/>
              <a:uFillTx/>
              <a:latin typeface="Noto Sans"/>
              <a:ea typeface="DejaVu Sans"/>
            </a:endParaRPr>
          </a:p>
        </p:txBody>
      </p:sp>
      <p:sp>
        <p:nvSpPr>
          <p:cNvPr id="75" name="PlaceHolder 1"/>
          <p:cNvSpPr>
            <a:spLocks noGrp="1"/>
          </p:cNvSpPr>
          <p:nvPr>
            <p:ph type="title"/>
          </p:nvPr>
        </p:nvSpPr>
        <p:spPr>
          <a:xfrm>
            <a:off x="503640" y="239760"/>
            <a:ext cx="9070560" cy="1199160"/>
          </a:xfrm>
          <a:prstGeom prst="rect">
            <a:avLst/>
          </a:prstGeom>
          <a:noFill/>
          <a:ln w="0">
            <a:noFill/>
          </a:ln>
        </p:spPr>
        <p:txBody>
          <a:bodyPr lIns="0" rIns="0" tIns="0" bIns="0" anchor="ctr">
            <a:normAutofit fontScale="85000" lnSpcReduction="19999"/>
          </a:bodyPr>
          <a:p>
            <a:pPr indent="0">
              <a:lnSpc>
                <a:spcPct val="100000"/>
              </a:lnSpc>
              <a:buNone/>
              <a:tabLst>
                <a:tab algn="l" pos="0"/>
              </a:tabLst>
            </a:pPr>
            <a:r>
              <a:rPr b="1" lang="en-US" sz="5400" strike="noStrike" u="none">
                <a:solidFill>
                  <a:srgbClr val="ffffff"/>
                </a:solidFill>
                <a:effectLst/>
                <a:highlight>
                  <a:srgbClr val="0d84a1"/>
                </a:highlight>
                <a:uFillTx/>
                <a:latin typeface="Noto Sans"/>
              </a:rPr>
              <a:t>Click to edit the title text format</a:t>
            </a:r>
            <a:endParaRPr b="0" lang="en-US" sz="5400" strike="noStrike" u="none">
              <a:solidFill>
                <a:srgbClr val="000000"/>
              </a:solidFill>
              <a:effectLst/>
              <a:uFillTx/>
              <a:latin typeface="Arial"/>
            </a:endParaRPr>
          </a:p>
        </p:txBody>
      </p:sp>
      <p:sp>
        <p:nvSpPr>
          <p:cNvPr id="76" name="PlaceHolder 2"/>
          <p:cNvSpPr>
            <a:spLocks noGrp="1"/>
          </p:cNvSpPr>
          <p:nvPr>
            <p:ph type="body"/>
          </p:nvPr>
        </p:nvSpPr>
        <p:spPr>
          <a:xfrm>
            <a:off x="503640" y="1599480"/>
            <a:ext cx="9070560" cy="39985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effectLst/>
                <a:uFillTx/>
                <a:latin typeface="Noto Sans"/>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effectLst/>
                <a:uFillTx/>
                <a:latin typeface="Noto Sans"/>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400" strike="noStrike" u="none">
                <a:solidFill>
                  <a:srgbClr val="000000"/>
                </a:solidFill>
                <a:effectLst/>
                <a:uFillTx/>
                <a:latin typeface="Noto Sans"/>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rgbClr val="000000"/>
                </a:solidFill>
                <a:effectLst/>
                <a:uFillTx/>
                <a:latin typeface="Noto Sans"/>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Noto Sans"/>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Noto Sans"/>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Noto Sans"/>
              </a:rPr>
              <a:t>Seventh Outline Level</a:t>
            </a:r>
            <a:endParaRPr b="0" lang="en-US" sz="2000" strike="noStrike" u="none">
              <a:solidFill>
                <a:srgbClr val="000000"/>
              </a:solidFill>
              <a:effectLst/>
              <a:uFillTx/>
              <a:latin typeface="Arial"/>
            </a:endParaRPr>
          </a:p>
        </p:txBody>
      </p:sp>
      <p:sp>
        <p:nvSpPr>
          <p:cNvPr id="77" name="PlaceHolder 3"/>
          <p:cNvSpPr>
            <a:spLocks noGrp="1"/>
          </p:cNvSpPr>
          <p:nvPr>
            <p:ph type="dt" idx="34"/>
          </p:nvPr>
        </p:nvSpPr>
        <p:spPr>
          <a:xfrm>
            <a:off x="503640" y="5919120"/>
            <a:ext cx="2346480" cy="269640"/>
          </a:xfrm>
          <a:prstGeom prst="rect">
            <a:avLst/>
          </a:prstGeom>
          <a:noFill/>
          <a:ln w="0">
            <a:noFill/>
          </a:ln>
        </p:spPr>
        <p:txBody>
          <a:bodyPr lIns="0" rIns="0" tIns="0" bIns="0" anchor="t">
            <a:spAutoFit/>
          </a:bodyPr>
          <a:lstStyle>
            <a:lvl1pPr indent="0">
              <a:lnSpc>
                <a:spcPct val="100000"/>
              </a:lnSpc>
              <a:buNone/>
              <a:tabLst>
                <a:tab algn="l" pos="0"/>
              </a:tabLst>
              <a:defRPr b="0" lang="en-US" sz="1400" strike="noStrike" u="none">
                <a:solidFill>
                  <a:srgbClr val="000000"/>
                </a:solidFill>
                <a:effectLst/>
                <a:uFillTx/>
                <a:latin typeface="Noto Sans"/>
              </a:defRPr>
            </a:lvl1pPr>
          </a:lstStyle>
          <a:p>
            <a:pPr indent="0">
              <a:lnSpc>
                <a:spcPct val="100000"/>
              </a:lnSpc>
              <a:buNone/>
              <a:tabLst>
                <a:tab algn="l" pos="0"/>
              </a:tabLst>
            </a:pPr>
            <a:r>
              <a:rPr b="0" lang="en-US" sz="1400" strike="noStrike" u="none">
                <a:solidFill>
                  <a:srgbClr val="000000"/>
                </a:solidFill>
                <a:effectLst/>
                <a:uFillTx/>
                <a:latin typeface="Noto Sans"/>
              </a:rPr>
              <a:t>&lt;date/time&gt;</a:t>
            </a:r>
            <a:endParaRPr b="0" lang="en-US" sz="1400" strike="noStrike" u="none">
              <a:solidFill>
                <a:srgbClr val="000000"/>
              </a:solidFill>
              <a:effectLst/>
              <a:uFillTx/>
              <a:latin typeface="Times New Roman"/>
            </a:endParaRPr>
          </a:p>
        </p:txBody>
      </p:sp>
      <p:sp>
        <p:nvSpPr>
          <p:cNvPr id="78" name="PlaceHolder 4"/>
          <p:cNvSpPr>
            <a:spLocks noGrp="1"/>
          </p:cNvSpPr>
          <p:nvPr>
            <p:ph type="ftr" idx="35"/>
          </p:nvPr>
        </p:nvSpPr>
        <p:spPr>
          <a:xfrm>
            <a:off x="3419640" y="5919120"/>
            <a:ext cx="3238920" cy="269640"/>
          </a:xfrm>
          <a:prstGeom prst="rect">
            <a:avLst/>
          </a:prstGeom>
          <a:noFill/>
          <a:ln w="0">
            <a:noFill/>
          </a:ln>
        </p:spPr>
        <p:txBody>
          <a:bodyPr lIns="0" rIns="0" tIns="0" bIns="0" anchor="t">
            <a:spAutoFit/>
          </a:bodyPr>
          <a:lstStyle>
            <a:lvl1pPr indent="0" algn="ctr">
              <a:lnSpc>
                <a:spcPct val="100000"/>
              </a:lnSpc>
              <a:buNone/>
              <a:tabLst>
                <a:tab algn="l" pos="0"/>
              </a:tabLst>
              <a:defRPr b="0" lang="en-US" sz="1400" strike="noStrike" u="none">
                <a:solidFill>
                  <a:srgbClr val="000000"/>
                </a:solidFill>
                <a:effectLst/>
                <a:uFillTx/>
                <a:latin typeface="Noto Sans"/>
              </a:defRPr>
            </a:lvl1pPr>
          </a:lstStyle>
          <a:p>
            <a:pPr indent="0" algn="ctr">
              <a:lnSpc>
                <a:spcPct val="100000"/>
              </a:lnSpc>
              <a:buNone/>
              <a:tabLst>
                <a:tab algn="l" pos="0"/>
              </a:tabLst>
            </a:pPr>
            <a:r>
              <a:rPr b="0" lang="en-US" sz="1400" strike="noStrike" u="none">
                <a:solidFill>
                  <a:srgbClr val="000000"/>
                </a:solidFill>
                <a:effectLst/>
                <a:uFillTx/>
                <a:latin typeface="Noto Sans"/>
              </a:rPr>
              <a:t>&lt;footer&gt;</a:t>
            </a:r>
            <a:endParaRPr b="0" lang="en-US" sz="1400" strike="noStrike" u="none">
              <a:solidFill>
                <a:srgbClr val="000000"/>
              </a:solidFill>
              <a:effectLst/>
              <a:uFillTx/>
              <a:latin typeface="Times New Roman"/>
            </a:endParaRPr>
          </a:p>
        </p:txBody>
      </p:sp>
      <p:sp>
        <p:nvSpPr>
          <p:cNvPr id="79" name="PlaceHolder 5"/>
          <p:cNvSpPr>
            <a:spLocks noGrp="1"/>
          </p:cNvSpPr>
          <p:nvPr>
            <p:ph type="sldNum" idx="36"/>
          </p:nvPr>
        </p:nvSpPr>
        <p:spPr>
          <a:xfrm>
            <a:off x="7228080" y="5919120"/>
            <a:ext cx="2346480" cy="242640"/>
          </a:xfrm>
          <a:prstGeom prst="rect">
            <a:avLst/>
          </a:prstGeom>
          <a:noFill/>
          <a:ln w="0">
            <a:noFill/>
          </a:ln>
        </p:spPr>
        <p:txBody>
          <a:bodyPr lIns="0" rIns="0" tIns="0" bIns="0" anchor="t">
            <a:spAutoFit/>
          </a:bodyPr>
          <a:lstStyle>
            <a:lvl1pPr indent="0" algn="r">
              <a:lnSpc>
                <a:spcPct val="100000"/>
              </a:lnSpc>
              <a:buNone/>
              <a:tabLst>
                <a:tab algn="l" pos="0"/>
              </a:tabLst>
              <a:defRPr b="0" lang="en-US" sz="1400" strike="noStrike" u="none">
                <a:solidFill>
                  <a:srgbClr val="ffffff"/>
                </a:solidFill>
                <a:effectLst/>
                <a:uFillTx/>
                <a:latin typeface="Noto Sans"/>
              </a:defRPr>
            </a:lvl1pPr>
          </a:lstStyle>
          <a:p>
            <a:pPr indent="0" algn="r">
              <a:lnSpc>
                <a:spcPct val="100000"/>
              </a:lnSpc>
              <a:buNone/>
              <a:tabLst>
                <a:tab algn="l" pos="0"/>
              </a:tabLst>
            </a:pPr>
            <a:fld id="{8A72B143-BD49-46A8-AF74-6AFC4EC02B44}" type="slidenum">
              <a:rPr b="0" lang="en-US" sz="1400" strike="noStrike" u="none">
                <a:solidFill>
                  <a:srgbClr val="ffffff"/>
                </a:solidFill>
                <a:effectLst/>
                <a:uFillTx/>
                <a:latin typeface="Noto Sans"/>
              </a:rPr>
              <a:t>&lt;number&gt;</a:t>
            </a:fld>
            <a:endParaRPr b="0" lang="en-US" sz="1400" strike="noStrike" u="non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p:spTree>
      <p:nvGrpSpPr>
        <p:cNvPr id="1" name=""/>
        <p:cNvGrpSpPr/>
        <p:nvPr/>
      </p:nvGrpSpPr>
      <p:grpSpPr>
        <a:xfrm>
          <a:off x="0" y="0"/>
          <a:ext cx="0" cy="0"/>
          <a:chOff x="0" y="0"/>
          <a:chExt cx="0" cy="0"/>
        </a:xfrm>
      </p:grpSpPr>
      <p:sp>
        <p:nvSpPr>
          <p:cNvPr id="80" name=""/>
          <p:cNvSpPr/>
          <p:nvPr/>
        </p:nvSpPr>
        <p:spPr>
          <a:xfrm>
            <a:off x="7610400" y="-360"/>
            <a:ext cx="2468160" cy="6298920"/>
          </a:xfrm>
          <a:custGeom>
            <a:avLst/>
            <a:gdLst>
              <a:gd name="textAreaLeft" fmla="*/ 0 w 2468160"/>
              <a:gd name="textAreaRight" fmla="*/ 2468880 w 2468160"/>
              <a:gd name="textAreaTop" fmla="*/ 0 h 6298920"/>
              <a:gd name="textAreaBottom" fmla="*/ 6299640 h 6298920"/>
            </a:gdLst>
            <a:ahLst/>
            <a:cxnLst/>
            <a:rect l="textAreaLeft" t="textAreaTop" r="textAreaRight" b="textAreaBottom"/>
            <a:pathLst>
              <a:path w="6858" h="15751">
                <a:moveTo>
                  <a:pt x="6858" y="0"/>
                </a:moveTo>
                <a:cubicBezTo>
                  <a:pt x="6858" y="5250"/>
                  <a:pt x="6858" y="10501"/>
                  <a:pt x="6858" y="15751"/>
                </a:cubicBezTo>
                <a:cubicBezTo>
                  <a:pt x="6181" y="15751"/>
                  <a:pt x="2286" y="15751"/>
                  <a:pt x="0" y="15751"/>
                </a:cubicBezTo>
                <a:cubicBezTo>
                  <a:pt x="2253" y="10501"/>
                  <a:pt x="4505" y="5250"/>
                  <a:pt x="6758" y="0"/>
                </a:cubicBezTo>
                <a:cubicBezTo>
                  <a:pt x="6791" y="0"/>
                  <a:pt x="6181" y="0"/>
                  <a:pt x="6858" y="0"/>
                </a:cubicBezTo>
                <a:close/>
              </a:path>
            </a:pathLst>
          </a:custGeom>
          <a:solidFill>
            <a:srgbClr val="0d84a1"/>
          </a:solidFill>
          <a:ln w="0">
            <a:noFill/>
          </a:ln>
        </p:spPr>
        <p:style>
          <a:lnRef idx="0"/>
          <a:fillRef idx="0"/>
          <a:effectRef idx="0"/>
          <a:fontRef idx="minor"/>
        </p:style>
        <p:txBody>
          <a:bodyPr lIns="0" rIns="0" tIns="0" bIns="0" anchor="ctr">
            <a:noAutofit/>
          </a:bodyPr>
          <a:p>
            <a:pPr algn="ctr">
              <a:lnSpc>
                <a:spcPct val="100000"/>
              </a:lnSpc>
            </a:pPr>
            <a:endParaRPr b="0" lang="en-US" sz="1800" strike="noStrike" u="none">
              <a:solidFill>
                <a:srgbClr val="ffffff"/>
              </a:solidFill>
              <a:effectLst/>
              <a:uFillTx/>
              <a:latin typeface="Noto Sans"/>
              <a:ea typeface="DejaVu Sans"/>
            </a:endParaRPr>
          </a:p>
        </p:txBody>
      </p:sp>
      <p:sp>
        <p:nvSpPr>
          <p:cNvPr id="81" name=""/>
          <p:cNvSpPr/>
          <p:nvPr/>
        </p:nvSpPr>
        <p:spPr>
          <a:xfrm>
            <a:off x="0" y="0"/>
            <a:ext cx="2468160" cy="6298920"/>
          </a:xfrm>
          <a:custGeom>
            <a:avLst/>
            <a:gdLst>
              <a:gd name="textAreaLeft" fmla="*/ 0 w 2468160"/>
              <a:gd name="textAreaRight" fmla="*/ 2468880 w 2468160"/>
              <a:gd name="textAreaTop" fmla="*/ 0 h 6298920"/>
              <a:gd name="textAreaBottom" fmla="*/ 6299640 h 6298920"/>
            </a:gdLst>
            <a:ahLst/>
            <a:cxnLst/>
            <a:rect l="textAreaLeft" t="textAreaTop" r="textAreaRight" b="textAreaBottom"/>
            <a:pathLst>
              <a:path w="6858" h="15751">
                <a:moveTo>
                  <a:pt x="0" y="15751"/>
                </a:moveTo>
                <a:cubicBezTo>
                  <a:pt x="0" y="10501"/>
                  <a:pt x="0" y="5250"/>
                  <a:pt x="0" y="0"/>
                </a:cubicBezTo>
                <a:cubicBezTo>
                  <a:pt x="677" y="0"/>
                  <a:pt x="4572" y="0"/>
                  <a:pt x="6858" y="0"/>
                </a:cubicBezTo>
                <a:cubicBezTo>
                  <a:pt x="4605" y="5250"/>
                  <a:pt x="2353" y="10501"/>
                  <a:pt x="100" y="15751"/>
                </a:cubicBezTo>
                <a:cubicBezTo>
                  <a:pt x="67" y="15751"/>
                  <a:pt x="677" y="15751"/>
                  <a:pt x="0" y="15751"/>
                </a:cubicBezTo>
                <a:close/>
              </a:path>
            </a:pathLst>
          </a:custGeom>
          <a:solidFill>
            <a:srgbClr val="0d84a1"/>
          </a:solidFill>
          <a:ln w="0">
            <a:noFill/>
          </a:ln>
        </p:spPr>
        <p:style>
          <a:lnRef idx="0"/>
          <a:fillRef idx="0"/>
          <a:effectRef idx="0"/>
          <a:fontRef idx="minor"/>
        </p:style>
        <p:txBody>
          <a:bodyPr lIns="0" rIns="0" tIns="0" bIns="0" anchor="ctr">
            <a:noAutofit/>
          </a:bodyPr>
          <a:p>
            <a:pPr algn="ctr">
              <a:lnSpc>
                <a:spcPct val="100000"/>
              </a:lnSpc>
            </a:pPr>
            <a:endParaRPr b="0" lang="en-US" sz="1800" strike="noStrike" u="none">
              <a:solidFill>
                <a:srgbClr val="ffffff"/>
              </a:solidFill>
              <a:effectLst/>
              <a:uFillTx/>
              <a:latin typeface="Noto Sans"/>
              <a:ea typeface="DejaVu Sans"/>
            </a:endParaRPr>
          </a:p>
        </p:txBody>
      </p:sp>
      <p:sp>
        <p:nvSpPr>
          <p:cNvPr id="82" name="PlaceHolder 1"/>
          <p:cNvSpPr>
            <a:spLocks noGrp="1"/>
          </p:cNvSpPr>
          <p:nvPr>
            <p:ph type="title"/>
          </p:nvPr>
        </p:nvSpPr>
        <p:spPr>
          <a:xfrm>
            <a:off x="503640" y="239760"/>
            <a:ext cx="9070560" cy="1199160"/>
          </a:xfrm>
          <a:prstGeom prst="rect">
            <a:avLst/>
          </a:prstGeom>
          <a:noFill/>
          <a:ln w="0">
            <a:noFill/>
          </a:ln>
        </p:spPr>
        <p:txBody>
          <a:bodyPr lIns="0" rIns="0" tIns="0" bIns="0" anchor="ctr">
            <a:normAutofit fontScale="85000" lnSpcReduction="19999"/>
          </a:bodyPr>
          <a:p>
            <a:pPr indent="0">
              <a:lnSpc>
                <a:spcPct val="100000"/>
              </a:lnSpc>
              <a:buNone/>
              <a:tabLst>
                <a:tab algn="l" pos="0"/>
              </a:tabLst>
            </a:pPr>
            <a:r>
              <a:rPr b="1" lang="en-US" sz="5400" strike="noStrike" u="none">
                <a:solidFill>
                  <a:srgbClr val="ffffff"/>
                </a:solidFill>
                <a:effectLst/>
                <a:highlight>
                  <a:srgbClr val="0d84a1"/>
                </a:highlight>
                <a:uFillTx/>
                <a:latin typeface="Noto Sans"/>
              </a:rPr>
              <a:t>Click to edit the title text format</a:t>
            </a:r>
            <a:endParaRPr b="0" lang="en-US" sz="5400" strike="noStrike" u="none">
              <a:solidFill>
                <a:srgbClr val="000000"/>
              </a:solidFill>
              <a:effectLst/>
              <a:uFillTx/>
              <a:latin typeface="Arial"/>
            </a:endParaRPr>
          </a:p>
        </p:txBody>
      </p:sp>
      <p:sp>
        <p:nvSpPr>
          <p:cNvPr id="83" name="PlaceHolder 2"/>
          <p:cNvSpPr>
            <a:spLocks noGrp="1"/>
          </p:cNvSpPr>
          <p:nvPr>
            <p:ph type="body"/>
          </p:nvPr>
        </p:nvSpPr>
        <p:spPr>
          <a:xfrm>
            <a:off x="503640" y="1599480"/>
            <a:ext cx="9070560" cy="39985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effectLst/>
                <a:uFillTx/>
                <a:latin typeface="Noto Sans"/>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effectLst/>
                <a:uFillTx/>
                <a:latin typeface="Noto Sans"/>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400" strike="noStrike" u="none">
                <a:solidFill>
                  <a:srgbClr val="000000"/>
                </a:solidFill>
                <a:effectLst/>
                <a:uFillTx/>
                <a:latin typeface="Noto Sans"/>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rgbClr val="000000"/>
                </a:solidFill>
                <a:effectLst/>
                <a:uFillTx/>
                <a:latin typeface="Noto Sans"/>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Noto Sans"/>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Noto Sans"/>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Noto Sans"/>
              </a:rPr>
              <a:t>Seventh Outline Level</a:t>
            </a:r>
            <a:endParaRPr b="0" lang="en-US" sz="2000" strike="noStrike" u="none">
              <a:solidFill>
                <a:srgbClr val="000000"/>
              </a:solidFill>
              <a:effectLst/>
              <a:uFillTx/>
              <a:latin typeface="Arial"/>
            </a:endParaRPr>
          </a:p>
        </p:txBody>
      </p:sp>
      <p:sp>
        <p:nvSpPr>
          <p:cNvPr id="84" name="PlaceHolder 3"/>
          <p:cNvSpPr>
            <a:spLocks noGrp="1"/>
          </p:cNvSpPr>
          <p:nvPr>
            <p:ph type="dt" idx="37"/>
          </p:nvPr>
        </p:nvSpPr>
        <p:spPr>
          <a:xfrm>
            <a:off x="503640" y="5919120"/>
            <a:ext cx="2346480" cy="269640"/>
          </a:xfrm>
          <a:prstGeom prst="rect">
            <a:avLst/>
          </a:prstGeom>
          <a:noFill/>
          <a:ln w="0">
            <a:noFill/>
          </a:ln>
        </p:spPr>
        <p:txBody>
          <a:bodyPr lIns="0" rIns="0" tIns="0" bIns="0" anchor="t">
            <a:spAutoFit/>
          </a:bodyPr>
          <a:lstStyle>
            <a:lvl1pPr indent="0">
              <a:lnSpc>
                <a:spcPct val="100000"/>
              </a:lnSpc>
              <a:buNone/>
              <a:tabLst>
                <a:tab algn="l" pos="0"/>
              </a:tabLst>
              <a:defRPr b="0" lang="en-US" sz="1400" strike="noStrike" u="none">
                <a:solidFill>
                  <a:srgbClr val="000000"/>
                </a:solidFill>
                <a:effectLst/>
                <a:uFillTx/>
                <a:latin typeface="Noto Sans"/>
              </a:defRPr>
            </a:lvl1pPr>
          </a:lstStyle>
          <a:p>
            <a:pPr indent="0">
              <a:lnSpc>
                <a:spcPct val="100000"/>
              </a:lnSpc>
              <a:buNone/>
              <a:tabLst>
                <a:tab algn="l" pos="0"/>
              </a:tabLst>
            </a:pPr>
            <a:r>
              <a:rPr b="0" lang="en-US" sz="1400" strike="noStrike" u="none">
                <a:solidFill>
                  <a:srgbClr val="000000"/>
                </a:solidFill>
                <a:effectLst/>
                <a:uFillTx/>
                <a:latin typeface="Noto Sans"/>
              </a:rPr>
              <a:t>&lt;date/time&gt;</a:t>
            </a:r>
            <a:endParaRPr b="0" lang="en-US" sz="1400" strike="noStrike" u="none">
              <a:solidFill>
                <a:srgbClr val="000000"/>
              </a:solidFill>
              <a:effectLst/>
              <a:uFillTx/>
              <a:latin typeface="Times New Roman"/>
            </a:endParaRPr>
          </a:p>
        </p:txBody>
      </p:sp>
      <p:sp>
        <p:nvSpPr>
          <p:cNvPr id="85" name="PlaceHolder 4"/>
          <p:cNvSpPr>
            <a:spLocks noGrp="1"/>
          </p:cNvSpPr>
          <p:nvPr>
            <p:ph type="ftr" idx="38"/>
          </p:nvPr>
        </p:nvSpPr>
        <p:spPr>
          <a:xfrm>
            <a:off x="3419640" y="5919120"/>
            <a:ext cx="3238920" cy="269640"/>
          </a:xfrm>
          <a:prstGeom prst="rect">
            <a:avLst/>
          </a:prstGeom>
          <a:noFill/>
          <a:ln w="0">
            <a:noFill/>
          </a:ln>
        </p:spPr>
        <p:txBody>
          <a:bodyPr lIns="0" rIns="0" tIns="0" bIns="0" anchor="t">
            <a:spAutoFit/>
          </a:bodyPr>
          <a:lstStyle>
            <a:lvl1pPr indent="0" algn="ctr">
              <a:lnSpc>
                <a:spcPct val="100000"/>
              </a:lnSpc>
              <a:buNone/>
              <a:tabLst>
                <a:tab algn="l" pos="0"/>
              </a:tabLst>
              <a:defRPr b="0" lang="en-US" sz="1400" strike="noStrike" u="none">
                <a:solidFill>
                  <a:srgbClr val="000000"/>
                </a:solidFill>
                <a:effectLst/>
                <a:uFillTx/>
                <a:latin typeface="Noto Sans"/>
              </a:defRPr>
            </a:lvl1pPr>
          </a:lstStyle>
          <a:p>
            <a:pPr indent="0" algn="ctr">
              <a:lnSpc>
                <a:spcPct val="100000"/>
              </a:lnSpc>
              <a:buNone/>
              <a:tabLst>
                <a:tab algn="l" pos="0"/>
              </a:tabLst>
            </a:pPr>
            <a:r>
              <a:rPr b="0" lang="en-US" sz="1400" strike="noStrike" u="none">
                <a:solidFill>
                  <a:srgbClr val="000000"/>
                </a:solidFill>
                <a:effectLst/>
                <a:uFillTx/>
                <a:latin typeface="Noto Sans"/>
              </a:rPr>
              <a:t>&lt;footer&gt;</a:t>
            </a:r>
            <a:endParaRPr b="0" lang="en-US" sz="1400" strike="noStrike" u="none">
              <a:solidFill>
                <a:srgbClr val="000000"/>
              </a:solidFill>
              <a:effectLst/>
              <a:uFillTx/>
              <a:latin typeface="Times New Roman"/>
            </a:endParaRPr>
          </a:p>
        </p:txBody>
      </p:sp>
      <p:sp>
        <p:nvSpPr>
          <p:cNvPr id="86" name="PlaceHolder 5"/>
          <p:cNvSpPr>
            <a:spLocks noGrp="1"/>
          </p:cNvSpPr>
          <p:nvPr>
            <p:ph type="sldNum" idx="39"/>
          </p:nvPr>
        </p:nvSpPr>
        <p:spPr>
          <a:xfrm>
            <a:off x="7228080" y="5919120"/>
            <a:ext cx="2346480" cy="242640"/>
          </a:xfrm>
          <a:prstGeom prst="rect">
            <a:avLst/>
          </a:prstGeom>
          <a:noFill/>
          <a:ln w="0">
            <a:noFill/>
          </a:ln>
        </p:spPr>
        <p:txBody>
          <a:bodyPr lIns="0" rIns="0" tIns="0" bIns="0" anchor="t">
            <a:spAutoFit/>
          </a:bodyPr>
          <a:lstStyle>
            <a:lvl1pPr indent="0" algn="r">
              <a:lnSpc>
                <a:spcPct val="100000"/>
              </a:lnSpc>
              <a:buNone/>
              <a:tabLst>
                <a:tab algn="l" pos="0"/>
              </a:tabLst>
              <a:defRPr b="0" lang="en-US" sz="1400" strike="noStrike" u="none">
                <a:solidFill>
                  <a:srgbClr val="ffffff"/>
                </a:solidFill>
                <a:effectLst/>
                <a:uFillTx/>
                <a:latin typeface="Noto Sans"/>
              </a:defRPr>
            </a:lvl1pPr>
          </a:lstStyle>
          <a:p>
            <a:pPr indent="0" algn="r">
              <a:lnSpc>
                <a:spcPct val="100000"/>
              </a:lnSpc>
              <a:buNone/>
              <a:tabLst>
                <a:tab algn="l" pos="0"/>
              </a:tabLst>
            </a:pPr>
            <a:fld id="{2228FDEF-196D-4C14-B96D-BC8C1140AF4C}" type="slidenum">
              <a:rPr b="0" lang="en-US" sz="1400" strike="noStrike" u="none">
                <a:solidFill>
                  <a:srgbClr val="ffffff"/>
                </a:solidFill>
                <a:effectLst/>
                <a:uFillTx/>
                <a:latin typeface="Noto Sans"/>
              </a:rPr>
              <a:t>&lt;number&gt;</a:t>
            </a:fld>
            <a:endParaRPr b="0" lang="en-US" sz="1400" strike="noStrike" u="non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able">
    <p:spTree>
      <p:nvGrpSpPr>
        <p:cNvPr id="1" name=""/>
        <p:cNvGrpSpPr/>
        <p:nvPr/>
      </p:nvGrpSpPr>
      <p:grpSpPr>
        <a:xfrm>
          <a:off x="0" y="0"/>
          <a:ext cx="0" cy="0"/>
          <a:chOff x="0" y="0"/>
          <a:chExt cx="0" cy="0"/>
        </a:xfrm>
      </p:grpSpPr>
      <p:sp>
        <p:nvSpPr>
          <p:cNvPr id="87" name=""/>
          <p:cNvSpPr/>
          <p:nvPr/>
        </p:nvSpPr>
        <p:spPr>
          <a:xfrm>
            <a:off x="360" y="0"/>
            <a:ext cx="10078920" cy="1827720"/>
          </a:xfrm>
          <a:custGeom>
            <a:avLst/>
            <a:gdLst>
              <a:gd name="textAreaLeft" fmla="*/ 0 w 10078920"/>
              <a:gd name="textAreaRight" fmla="*/ 10079280 w 10078920"/>
              <a:gd name="textAreaTop" fmla="*/ 0 h 1827720"/>
              <a:gd name="textAreaBottom" fmla="*/ 1828440 h 1827720"/>
            </a:gdLst>
            <a:ahLst/>
            <a:cxnLst/>
            <a:rect l="textAreaLeft" t="textAreaTop" r="textAreaRight" b="textAreaBottom"/>
            <a:pathLst>
              <a:path w="28001" h="4572">
                <a:moveTo>
                  <a:pt x="0" y="4572"/>
                </a:moveTo>
                <a:lnTo>
                  <a:pt x="0" y="0"/>
                </a:lnTo>
                <a:lnTo>
                  <a:pt x="28001" y="0"/>
                </a:lnTo>
                <a:lnTo>
                  <a:pt x="0" y="4572"/>
                </a:lnTo>
                <a:close/>
              </a:path>
            </a:pathLst>
          </a:custGeom>
          <a:solidFill>
            <a:srgbClr val="0d84a1"/>
          </a:solidFill>
          <a:ln w="0">
            <a:noFill/>
          </a:ln>
        </p:spPr>
        <p:style>
          <a:lnRef idx="0"/>
          <a:fillRef idx="0"/>
          <a:effectRef idx="0"/>
          <a:fontRef idx="minor"/>
        </p:style>
        <p:txBody>
          <a:bodyPr lIns="0" rIns="0" tIns="0" bIns="0" anchor="ctr">
            <a:noAutofit/>
          </a:bodyPr>
          <a:p>
            <a:pPr algn="ctr">
              <a:lnSpc>
                <a:spcPct val="100000"/>
              </a:lnSpc>
            </a:pPr>
            <a:endParaRPr b="0" lang="en-US" sz="1800" strike="noStrike" u="none">
              <a:solidFill>
                <a:srgbClr val="ffffff"/>
              </a:solidFill>
              <a:effectLst/>
              <a:uFillTx/>
              <a:latin typeface="Noto Sans"/>
              <a:ea typeface="DejaVu Sans"/>
            </a:endParaRPr>
          </a:p>
        </p:txBody>
      </p:sp>
      <p:sp>
        <p:nvSpPr>
          <p:cNvPr id="88" name=""/>
          <p:cNvSpPr/>
          <p:nvPr/>
        </p:nvSpPr>
        <p:spPr>
          <a:xfrm>
            <a:off x="4103640" y="5379120"/>
            <a:ext cx="5975280" cy="919440"/>
          </a:xfrm>
          <a:custGeom>
            <a:avLst/>
            <a:gdLst>
              <a:gd name="textAreaLeft" fmla="*/ 0 w 5975280"/>
              <a:gd name="textAreaRight" fmla="*/ 5975640 w 5975280"/>
              <a:gd name="textAreaTop" fmla="*/ 0 h 919440"/>
              <a:gd name="textAreaBottom" fmla="*/ 920160 h 919440"/>
            </a:gdLst>
            <a:ahLst/>
            <a:cxnLst/>
            <a:rect l="textAreaLeft" t="textAreaTop" r="textAreaRight" b="textAreaBottom"/>
            <a:pathLst>
              <a:path w="16601" h="2301">
                <a:moveTo>
                  <a:pt x="0" y="2301"/>
                </a:moveTo>
                <a:lnTo>
                  <a:pt x="16601" y="2301"/>
                </a:lnTo>
                <a:lnTo>
                  <a:pt x="16601" y="0"/>
                </a:lnTo>
                <a:lnTo>
                  <a:pt x="0" y="2301"/>
                </a:lnTo>
                <a:close/>
              </a:path>
            </a:pathLst>
          </a:custGeom>
          <a:solidFill>
            <a:srgbClr val="0d84a1"/>
          </a:solidFill>
          <a:ln w="0">
            <a:noFill/>
          </a:ln>
        </p:spPr>
        <p:style>
          <a:lnRef idx="0"/>
          <a:fillRef idx="0"/>
          <a:effectRef idx="0"/>
          <a:fontRef idx="minor"/>
        </p:style>
        <p:txBody>
          <a:bodyPr lIns="0" rIns="0" tIns="0" bIns="0" anchor="ctr">
            <a:noAutofit/>
          </a:bodyPr>
          <a:p>
            <a:pPr algn="ctr">
              <a:lnSpc>
                <a:spcPct val="100000"/>
              </a:lnSpc>
            </a:pPr>
            <a:endParaRPr b="0" lang="en-US" sz="1800" strike="noStrike" u="none">
              <a:solidFill>
                <a:srgbClr val="ffffff"/>
              </a:solidFill>
              <a:effectLst/>
              <a:uFillTx/>
              <a:latin typeface="Noto Sans"/>
              <a:ea typeface="DejaVu Sans"/>
            </a:endParaRPr>
          </a:p>
        </p:txBody>
      </p:sp>
      <p:sp>
        <p:nvSpPr>
          <p:cNvPr id="89" name="PlaceHolder 1"/>
          <p:cNvSpPr>
            <a:spLocks noGrp="1"/>
          </p:cNvSpPr>
          <p:nvPr>
            <p:ph type="title"/>
          </p:nvPr>
        </p:nvSpPr>
        <p:spPr>
          <a:xfrm>
            <a:off x="503640" y="239760"/>
            <a:ext cx="9070560" cy="1199160"/>
          </a:xfrm>
          <a:prstGeom prst="rect">
            <a:avLst/>
          </a:prstGeom>
          <a:noFill/>
          <a:ln w="0">
            <a:noFill/>
          </a:ln>
        </p:spPr>
        <p:txBody>
          <a:bodyPr lIns="0" rIns="0" tIns="0" bIns="0" anchor="ctr">
            <a:normAutofit fontScale="85000" lnSpcReduction="19999"/>
          </a:bodyPr>
          <a:p>
            <a:pPr indent="0" algn="ctr">
              <a:lnSpc>
                <a:spcPct val="100000"/>
              </a:lnSpc>
              <a:buNone/>
              <a:tabLst>
                <a:tab algn="l" pos="0"/>
              </a:tabLst>
            </a:pPr>
            <a:r>
              <a:rPr b="1" lang="en-US" sz="5400" strike="noStrike" u="none">
                <a:solidFill>
                  <a:srgbClr val="ffffff"/>
                </a:solidFill>
                <a:effectLst/>
                <a:highlight>
                  <a:srgbClr val="0d84a1"/>
                </a:highlight>
                <a:uFillTx/>
                <a:latin typeface="Noto Sans"/>
              </a:rPr>
              <a:t>Click to edit the title text format</a:t>
            </a:r>
            <a:endParaRPr b="0" lang="en-US" sz="5400" strike="noStrike" u="none">
              <a:solidFill>
                <a:srgbClr val="000000"/>
              </a:solidFill>
              <a:effectLst/>
              <a:uFillTx/>
              <a:latin typeface="Arial"/>
            </a:endParaRPr>
          </a:p>
        </p:txBody>
      </p:sp>
      <p:sp>
        <p:nvSpPr>
          <p:cNvPr id="90" name="PlaceHolder 2"/>
          <p:cNvSpPr>
            <a:spLocks noGrp="1"/>
          </p:cNvSpPr>
          <p:nvPr>
            <p:ph type="body"/>
          </p:nvPr>
        </p:nvSpPr>
        <p:spPr>
          <a:xfrm>
            <a:off x="503640" y="1473480"/>
            <a:ext cx="9066960" cy="3651480"/>
          </a:xfrm>
          <a:prstGeom prst="rect">
            <a:avLst/>
          </a:prstGeom>
          <a:noFill/>
          <a:ln w="0">
            <a:noFill/>
          </a:ln>
        </p:spPr>
        <p:txBody>
          <a:bodyPr lIns="0" rIns="0" tIns="0" bIns="0" anchor="t">
            <a:normAutofit/>
          </a:bodyPr>
          <a:p>
            <a:pPr marL="432000" indent="-324000">
              <a:lnSpc>
                <a:spcPct val="100000"/>
              </a:lnSpc>
              <a:spcBef>
                <a:spcPts val="1417"/>
              </a:spcBef>
              <a:buClr>
                <a:srgbClr val="666666"/>
              </a:buClr>
              <a:buSzPct val="45000"/>
              <a:buFont typeface="Wingdings" charset="2"/>
              <a:buChar char=""/>
            </a:pPr>
            <a:r>
              <a:rPr b="0" lang="en-US" sz="3200" strike="noStrike" u="none">
                <a:solidFill>
                  <a:srgbClr val="666666"/>
                </a:solidFill>
                <a:effectLst/>
                <a:uFillTx/>
                <a:latin typeface="Noto Sans"/>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666666"/>
              </a:buClr>
              <a:buSzPct val="75000"/>
              <a:buFont typeface="Symbol" charset="2"/>
              <a:buChar char=""/>
            </a:pPr>
            <a:r>
              <a:rPr b="0" lang="en-US" sz="2800" strike="noStrike" u="none">
                <a:solidFill>
                  <a:srgbClr val="666666"/>
                </a:solidFill>
                <a:effectLst/>
                <a:uFillTx/>
                <a:latin typeface="Noto Sans"/>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666666"/>
              </a:buClr>
              <a:buSzPct val="45000"/>
              <a:buFont typeface="Wingdings" charset="2"/>
              <a:buChar char=""/>
            </a:pPr>
            <a:r>
              <a:rPr b="0" lang="en-US" sz="2400" strike="noStrike" u="none">
                <a:solidFill>
                  <a:srgbClr val="666666"/>
                </a:solidFill>
                <a:effectLst/>
                <a:uFillTx/>
                <a:latin typeface="Noto Sans"/>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666666"/>
              </a:buClr>
              <a:buSzPct val="75000"/>
              <a:buFont typeface="Symbol" charset="2"/>
              <a:buChar char=""/>
            </a:pPr>
            <a:r>
              <a:rPr b="0" lang="en-US" sz="2000" strike="noStrike" u="none">
                <a:solidFill>
                  <a:srgbClr val="666666"/>
                </a:solidFill>
                <a:effectLst/>
                <a:uFillTx/>
                <a:latin typeface="Noto Sans"/>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Seventh Outline Level</a:t>
            </a:r>
            <a:endParaRPr b="0" lang="en-US" sz="2000" strike="noStrike" u="none">
              <a:solidFill>
                <a:srgbClr val="000000"/>
              </a:solidFill>
              <a:effectLst/>
              <a:uFillTx/>
              <a:latin typeface="Arial"/>
            </a:endParaRPr>
          </a:p>
        </p:txBody>
      </p:sp>
      <p:sp>
        <p:nvSpPr>
          <p:cNvPr id="91" name="PlaceHolder 3"/>
          <p:cNvSpPr>
            <a:spLocks noGrp="1"/>
          </p:cNvSpPr>
          <p:nvPr>
            <p:ph type="dt" idx="40"/>
          </p:nvPr>
        </p:nvSpPr>
        <p:spPr>
          <a:xfrm>
            <a:off x="503640" y="5919120"/>
            <a:ext cx="2346480" cy="269640"/>
          </a:xfrm>
          <a:prstGeom prst="rect">
            <a:avLst/>
          </a:prstGeom>
          <a:noFill/>
          <a:ln w="0">
            <a:noFill/>
          </a:ln>
        </p:spPr>
        <p:txBody>
          <a:bodyPr lIns="0" rIns="0" tIns="0" bIns="0" anchor="t">
            <a:spAutoFit/>
          </a:bodyPr>
          <a:lstStyle>
            <a:lvl1pPr indent="0">
              <a:lnSpc>
                <a:spcPct val="100000"/>
              </a:lnSpc>
              <a:buNone/>
              <a:tabLst>
                <a:tab algn="l" pos="0"/>
              </a:tabLst>
              <a:defRPr b="0" lang="en-US" sz="1400" strike="noStrike" u="none">
                <a:solidFill>
                  <a:srgbClr val="000000"/>
                </a:solidFill>
                <a:effectLst/>
                <a:uFillTx/>
                <a:latin typeface="Noto Sans"/>
              </a:defRPr>
            </a:lvl1pPr>
          </a:lstStyle>
          <a:p>
            <a:pPr indent="0">
              <a:lnSpc>
                <a:spcPct val="100000"/>
              </a:lnSpc>
              <a:buNone/>
              <a:tabLst>
                <a:tab algn="l" pos="0"/>
              </a:tabLst>
            </a:pPr>
            <a:r>
              <a:rPr b="0" lang="en-US" sz="1400" strike="noStrike" u="none">
                <a:solidFill>
                  <a:srgbClr val="000000"/>
                </a:solidFill>
                <a:effectLst/>
                <a:uFillTx/>
                <a:latin typeface="Noto Sans"/>
              </a:rPr>
              <a:t>&lt;date/time&gt;</a:t>
            </a:r>
            <a:endParaRPr b="0" lang="en-US" sz="1400" strike="noStrike" u="none">
              <a:solidFill>
                <a:srgbClr val="000000"/>
              </a:solidFill>
              <a:effectLst/>
              <a:uFillTx/>
              <a:latin typeface="Times New Roman"/>
            </a:endParaRPr>
          </a:p>
        </p:txBody>
      </p:sp>
      <p:sp>
        <p:nvSpPr>
          <p:cNvPr id="92" name="PlaceHolder 4"/>
          <p:cNvSpPr>
            <a:spLocks noGrp="1"/>
          </p:cNvSpPr>
          <p:nvPr>
            <p:ph type="ftr" idx="41"/>
          </p:nvPr>
        </p:nvSpPr>
        <p:spPr>
          <a:xfrm>
            <a:off x="3419640" y="5919120"/>
            <a:ext cx="3238920" cy="269640"/>
          </a:xfrm>
          <a:prstGeom prst="rect">
            <a:avLst/>
          </a:prstGeom>
          <a:noFill/>
          <a:ln w="0">
            <a:noFill/>
          </a:ln>
        </p:spPr>
        <p:txBody>
          <a:bodyPr lIns="0" rIns="0" tIns="0" bIns="0" anchor="t">
            <a:spAutoFit/>
          </a:bodyPr>
          <a:lstStyle>
            <a:lvl1pPr indent="0" algn="ctr">
              <a:lnSpc>
                <a:spcPct val="100000"/>
              </a:lnSpc>
              <a:buNone/>
              <a:tabLst>
                <a:tab algn="l" pos="0"/>
              </a:tabLst>
              <a:defRPr b="0" lang="en-US" sz="1400" strike="noStrike" u="none">
                <a:solidFill>
                  <a:srgbClr val="000000"/>
                </a:solidFill>
                <a:effectLst/>
                <a:uFillTx/>
                <a:latin typeface="Noto Sans"/>
              </a:defRPr>
            </a:lvl1pPr>
          </a:lstStyle>
          <a:p>
            <a:pPr indent="0" algn="ctr">
              <a:lnSpc>
                <a:spcPct val="100000"/>
              </a:lnSpc>
              <a:buNone/>
              <a:tabLst>
                <a:tab algn="l" pos="0"/>
              </a:tabLst>
            </a:pPr>
            <a:r>
              <a:rPr b="0" lang="en-US" sz="1400" strike="noStrike" u="none">
                <a:solidFill>
                  <a:srgbClr val="000000"/>
                </a:solidFill>
                <a:effectLst/>
                <a:uFillTx/>
                <a:latin typeface="Noto Sans"/>
              </a:rPr>
              <a:t>&lt;footer&gt;</a:t>
            </a:r>
            <a:endParaRPr b="0" lang="en-US" sz="1400" strike="noStrike" u="none">
              <a:solidFill>
                <a:srgbClr val="000000"/>
              </a:solidFill>
              <a:effectLst/>
              <a:uFillTx/>
              <a:latin typeface="Times New Roman"/>
            </a:endParaRPr>
          </a:p>
        </p:txBody>
      </p:sp>
      <p:sp>
        <p:nvSpPr>
          <p:cNvPr id="93" name="PlaceHolder 5"/>
          <p:cNvSpPr>
            <a:spLocks noGrp="1"/>
          </p:cNvSpPr>
          <p:nvPr>
            <p:ph type="sldNum" idx="42"/>
          </p:nvPr>
        </p:nvSpPr>
        <p:spPr>
          <a:xfrm>
            <a:off x="7228080" y="5919120"/>
            <a:ext cx="2346480" cy="242640"/>
          </a:xfrm>
          <a:prstGeom prst="rect">
            <a:avLst/>
          </a:prstGeom>
          <a:noFill/>
          <a:ln w="0">
            <a:noFill/>
          </a:ln>
        </p:spPr>
        <p:txBody>
          <a:bodyPr lIns="0" rIns="0" tIns="0" bIns="0" anchor="t">
            <a:spAutoFit/>
          </a:bodyPr>
          <a:lstStyle>
            <a:lvl1pPr indent="0" algn="r">
              <a:lnSpc>
                <a:spcPct val="100000"/>
              </a:lnSpc>
              <a:buNone/>
              <a:tabLst>
                <a:tab algn="l" pos="0"/>
              </a:tabLst>
              <a:defRPr b="0" lang="en-US" sz="1400" strike="noStrike" u="none">
                <a:solidFill>
                  <a:srgbClr val="ffffff"/>
                </a:solidFill>
                <a:effectLst/>
                <a:uFillTx/>
                <a:latin typeface="Noto Sans"/>
              </a:defRPr>
            </a:lvl1pPr>
          </a:lstStyle>
          <a:p>
            <a:pPr indent="0" algn="r">
              <a:lnSpc>
                <a:spcPct val="100000"/>
              </a:lnSpc>
              <a:buNone/>
              <a:tabLst>
                <a:tab algn="l" pos="0"/>
              </a:tabLst>
            </a:pPr>
            <a:fld id="{6403F044-353C-4413-B255-7359F94E58B6}" type="slidenum">
              <a:rPr b="0" lang="en-US" sz="1400" strike="noStrike" u="none">
                <a:solidFill>
                  <a:srgbClr val="ffffff"/>
                </a:solidFill>
                <a:effectLst/>
                <a:uFillTx/>
                <a:latin typeface="Noto Sans"/>
              </a:rPr>
              <a:t>&lt;number&gt;</a:t>
            </a:fld>
            <a:endParaRPr b="0" lang="en-US" sz="1400" strike="noStrike" u="non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1">
    <p:spTree>
      <p:nvGrpSpPr>
        <p:cNvPr id="1" name=""/>
        <p:cNvGrpSpPr/>
        <p:nvPr/>
      </p:nvGrpSpPr>
      <p:grpSpPr>
        <a:xfrm>
          <a:off x="0" y="0"/>
          <a:ext cx="0" cy="0"/>
          <a:chOff x="0" y="0"/>
          <a:chExt cx="0" cy="0"/>
        </a:xfrm>
      </p:grpSpPr>
      <p:sp>
        <p:nvSpPr>
          <p:cNvPr id="94" name=""/>
          <p:cNvSpPr/>
          <p:nvPr/>
        </p:nvSpPr>
        <p:spPr>
          <a:xfrm>
            <a:off x="360" y="0"/>
            <a:ext cx="10078920" cy="1827720"/>
          </a:xfrm>
          <a:custGeom>
            <a:avLst/>
            <a:gdLst>
              <a:gd name="textAreaLeft" fmla="*/ 0 w 10078920"/>
              <a:gd name="textAreaRight" fmla="*/ 10079280 w 10078920"/>
              <a:gd name="textAreaTop" fmla="*/ 0 h 1827720"/>
              <a:gd name="textAreaBottom" fmla="*/ 1828440 h 1827720"/>
            </a:gdLst>
            <a:ahLst/>
            <a:cxnLst/>
            <a:rect l="textAreaLeft" t="textAreaTop" r="textAreaRight" b="textAreaBottom"/>
            <a:pathLst>
              <a:path w="28001" h="4572">
                <a:moveTo>
                  <a:pt x="0" y="4572"/>
                </a:moveTo>
                <a:lnTo>
                  <a:pt x="0" y="0"/>
                </a:lnTo>
                <a:lnTo>
                  <a:pt x="28001" y="0"/>
                </a:lnTo>
                <a:lnTo>
                  <a:pt x="0" y="4572"/>
                </a:lnTo>
                <a:close/>
              </a:path>
            </a:pathLst>
          </a:custGeom>
          <a:solidFill>
            <a:srgbClr val="0d84a1"/>
          </a:solidFill>
          <a:ln w="0">
            <a:noFill/>
          </a:ln>
        </p:spPr>
        <p:style>
          <a:lnRef idx="0"/>
          <a:fillRef idx="0"/>
          <a:effectRef idx="0"/>
          <a:fontRef idx="minor"/>
        </p:style>
        <p:txBody>
          <a:bodyPr lIns="0" rIns="0" tIns="0" bIns="0" anchor="ctr">
            <a:noAutofit/>
          </a:bodyPr>
          <a:p>
            <a:pPr algn="ctr">
              <a:lnSpc>
                <a:spcPct val="100000"/>
              </a:lnSpc>
            </a:pPr>
            <a:endParaRPr b="0" lang="en-US" sz="1800" strike="noStrike" u="none">
              <a:solidFill>
                <a:srgbClr val="ffffff"/>
              </a:solidFill>
              <a:effectLst/>
              <a:uFillTx/>
              <a:latin typeface="Noto Sans"/>
              <a:ea typeface="DejaVu Sans"/>
            </a:endParaRPr>
          </a:p>
        </p:txBody>
      </p:sp>
      <p:sp>
        <p:nvSpPr>
          <p:cNvPr id="95" name=""/>
          <p:cNvSpPr/>
          <p:nvPr/>
        </p:nvSpPr>
        <p:spPr>
          <a:xfrm>
            <a:off x="4103640" y="5379120"/>
            <a:ext cx="5975280" cy="919440"/>
          </a:xfrm>
          <a:custGeom>
            <a:avLst/>
            <a:gdLst>
              <a:gd name="textAreaLeft" fmla="*/ 0 w 5975280"/>
              <a:gd name="textAreaRight" fmla="*/ 5975640 w 5975280"/>
              <a:gd name="textAreaTop" fmla="*/ 0 h 919440"/>
              <a:gd name="textAreaBottom" fmla="*/ 920160 h 919440"/>
            </a:gdLst>
            <a:ahLst/>
            <a:cxnLst/>
            <a:rect l="textAreaLeft" t="textAreaTop" r="textAreaRight" b="textAreaBottom"/>
            <a:pathLst>
              <a:path w="16601" h="2301">
                <a:moveTo>
                  <a:pt x="0" y="2301"/>
                </a:moveTo>
                <a:lnTo>
                  <a:pt x="16601" y="2301"/>
                </a:lnTo>
                <a:lnTo>
                  <a:pt x="16601" y="0"/>
                </a:lnTo>
                <a:lnTo>
                  <a:pt x="0" y="2301"/>
                </a:lnTo>
                <a:close/>
              </a:path>
            </a:pathLst>
          </a:custGeom>
          <a:solidFill>
            <a:srgbClr val="0d84a1"/>
          </a:solidFill>
          <a:ln w="0">
            <a:noFill/>
          </a:ln>
        </p:spPr>
        <p:style>
          <a:lnRef idx="0"/>
          <a:fillRef idx="0"/>
          <a:effectRef idx="0"/>
          <a:fontRef idx="minor"/>
        </p:style>
        <p:txBody>
          <a:bodyPr lIns="0" rIns="0" tIns="0" bIns="0" anchor="ctr">
            <a:noAutofit/>
          </a:bodyPr>
          <a:p>
            <a:pPr algn="ctr">
              <a:lnSpc>
                <a:spcPct val="100000"/>
              </a:lnSpc>
            </a:pPr>
            <a:endParaRPr b="0" lang="en-US" sz="1800" strike="noStrike" u="none">
              <a:solidFill>
                <a:srgbClr val="ffffff"/>
              </a:solidFill>
              <a:effectLst/>
              <a:uFillTx/>
              <a:latin typeface="Noto Sans"/>
              <a:ea typeface="DejaVu Sans"/>
            </a:endParaRPr>
          </a:p>
        </p:txBody>
      </p:sp>
      <p:sp>
        <p:nvSpPr>
          <p:cNvPr id="96" name="PlaceHolder 1"/>
          <p:cNvSpPr>
            <a:spLocks noGrp="1"/>
          </p:cNvSpPr>
          <p:nvPr>
            <p:ph type="title"/>
          </p:nvPr>
        </p:nvSpPr>
        <p:spPr>
          <a:xfrm>
            <a:off x="503640" y="239760"/>
            <a:ext cx="9070560" cy="1199160"/>
          </a:xfrm>
          <a:prstGeom prst="rect">
            <a:avLst/>
          </a:prstGeom>
          <a:noFill/>
          <a:ln w="0">
            <a:noFill/>
          </a:ln>
        </p:spPr>
        <p:txBody>
          <a:bodyPr lIns="0" rIns="0" tIns="0" bIns="0" anchor="ctr">
            <a:normAutofit fontScale="85000" lnSpcReduction="19999"/>
          </a:bodyPr>
          <a:p>
            <a:pPr indent="0" algn="ctr">
              <a:lnSpc>
                <a:spcPct val="100000"/>
              </a:lnSpc>
              <a:buNone/>
              <a:tabLst>
                <a:tab algn="l" pos="0"/>
              </a:tabLst>
            </a:pPr>
            <a:r>
              <a:rPr b="1" lang="en-US" sz="5400" strike="noStrike" u="none">
                <a:solidFill>
                  <a:srgbClr val="ffffff"/>
                </a:solidFill>
                <a:effectLst/>
                <a:highlight>
                  <a:srgbClr val="0d84a1"/>
                </a:highlight>
                <a:uFillTx/>
                <a:latin typeface="Noto Sans"/>
              </a:rPr>
              <a:t>Click to edit the title text format</a:t>
            </a:r>
            <a:endParaRPr b="0" lang="en-US" sz="5400" strike="noStrike" u="none">
              <a:solidFill>
                <a:srgbClr val="000000"/>
              </a:solidFill>
              <a:effectLst/>
              <a:uFillTx/>
              <a:latin typeface="Arial"/>
            </a:endParaRPr>
          </a:p>
        </p:txBody>
      </p:sp>
      <p:sp>
        <p:nvSpPr>
          <p:cNvPr id="97" name="PlaceHolder 2"/>
          <p:cNvSpPr>
            <a:spLocks noGrp="1"/>
          </p:cNvSpPr>
          <p:nvPr>
            <p:ph type="body"/>
          </p:nvPr>
        </p:nvSpPr>
        <p:spPr>
          <a:xfrm>
            <a:off x="503640" y="1473480"/>
            <a:ext cx="9066960" cy="3651480"/>
          </a:xfrm>
          <a:prstGeom prst="rect">
            <a:avLst/>
          </a:prstGeom>
          <a:noFill/>
          <a:ln w="0">
            <a:noFill/>
          </a:ln>
        </p:spPr>
        <p:txBody>
          <a:bodyPr lIns="0" rIns="0" tIns="0" bIns="0" anchor="t">
            <a:normAutofit/>
          </a:bodyPr>
          <a:p>
            <a:pPr marL="432000" indent="-324000">
              <a:lnSpc>
                <a:spcPct val="100000"/>
              </a:lnSpc>
              <a:spcBef>
                <a:spcPts val="1417"/>
              </a:spcBef>
              <a:buClr>
                <a:srgbClr val="666666"/>
              </a:buClr>
              <a:buSzPct val="45000"/>
              <a:buFont typeface="Wingdings" charset="2"/>
              <a:buChar char=""/>
            </a:pPr>
            <a:r>
              <a:rPr b="0" lang="en-US" sz="3200" strike="noStrike" u="none">
                <a:solidFill>
                  <a:srgbClr val="666666"/>
                </a:solidFill>
                <a:effectLst/>
                <a:uFillTx/>
                <a:latin typeface="Noto Sans"/>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666666"/>
              </a:buClr>
              <a:buSzPct val="75000"/>
              <a:buFont typeface="Symbol" charset="2"/>
              <a:buChar char=""/>
            </a:pPr>
            <a:r>
              <a:rPr b="0" lang="en-US" sz="2800" strike="noStrike" u="none">
                <a:solidFill>
                  <a:srgbClr val="666666"/>
                </a:solidFill>
                <a:effectLst/>
                <a:uFillTx/>
                <a:latin typeface="Noto Sans"/>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666666"/>
              </a:buClr>
              <a:buSzPct val="45000"/>
              <a:buFont typeface="Wingdings" charset="2"/>
              <a:buChar char=""/>
            </a:pPr>
            <a:r>
              <a:rPr b="0" lang="en-US" sz="2400" strike="noStrike" u="none">
                <a:solidFill>
                  <a:srgbClr val="666666"/>
                </a:solidFill>
                <a:effectLst/>
                <a:uFillTx/>
                <a:latin typeface="Noto Sans"/>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666666"/>
              </a:buClr>
              <a:buSzPct val="75000"/>
              <a:buFont typeface="Symbol" charset="2"/>
              <a:buChar char=""/>
            </a:pPr>
            <a:r>
              <a:rPr b="0" lang="en-US" sz="2000" strike="noStrike" u="none">
                <a:solidFill>
                  <a:srgbClr val="666666"/>
                </a:solidFill>
                <a:effectLst/>
                <a:uFillTx/>
                <a:latin typeface="Noto Sans"/>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Seventh Outline Level</a:t>
            </a:r>
            <a:endParaRPr b="0" lang="en-US" sz="2000" strike="noStrike" u="none">
              <a:solidFill>
                <a:srgbClr val="000000"/>
              </a:solidFill>
              <a:effectLst/>
              <a:uFillTx/>
              <a:latin typeface="Arial"/>
            </a:endParaRPr>
          </a:p>
        </p:txBody>
      </p:sp>
      <p:sp>
        <p:nvSpPr>
          <p:cNvPr id="98" name="PlaceHolder 3"/>
          <p:cNvSpPr>
            <a:spLocks noGrp="1"/>
          </p:cNvSpPr>
          <p:nvPr>
            <p:ph type="dt" idx="43"/>
          </p:nvPr>
        </p:nvSpPr>
        <p:spPr>
          <a:xfrm>
            <a:off x="503640" y="5919120"/>
            <a:ext cx="2346480" cy="269640"/>
          </a:xfrm>
          <a:prstGeom prst="rect">
            <a:avLst/>
          </a:prstGeom>
          <a:noFill/>
          <a:ln w="0">
            <a:noFill/>
          </a:ln>
        </p:spPr>
        <p:txBody>
          <a:bodyPr lIns="0" rIns="0" tIns="0" bIns="0" anchor="t">
            <a:spAutoFit/>
          </a:bodyPr>
          <a:lstStyle>
            <a:lvl1pPr indent="0">
              <a:lnSpc>
                <a:spcPct val="100000"/>
              </a:lnSpc>
              <a:buNone/>
              <a:tabLst>
                <a:tab algn="l" pos="0"/>
              </a:tabLst>
              <a:defRPr b="0" lang="en-US" sz="1400" strike="noStrike" u="none">
                <a:solidFill>
                  <a:srgbClr val="000000"/>
                </a:solidFill>
                <a:effectLst/>
                <a:uFillTx/>
                <a:latin typeface="Noto Sans"/>
              </a:defRPr>
            </a:lvl1pPr>
          </a:lstStyle>
          <a:p>
            <a:pPr indent="0">
              <a:lnSpc>
                <a:spcPct val="100000"/>
              </a:lnSpc>
              <a:buNone/>
              <a:tabLst>
                <a:tab algn="l" pos="0"/>
              </a:tabLst>
            </a:pPr>
            <a:r>
              <a:rPr b="0" lang="en-US" sz="1400" strike="noStrike" u="none">
                <a:solidFill>
                  <a:srgbClr val="000000"/>
                </a:solidFill>
                <a:effectLst/>
                <a:uFillTx/>
                <a:latin typeface="Noto Sans"/>
              </a:rPr>
              <a:t>&lt;date/time&gt;</a:t>
            </a:r>
            <a:endParaRPr b="0" lang="en-US" sz="1400" strike="noStrike" u="none">
              <a:solidFill>
                <a:srgbClr val="000000"/>
              </a:solidFill>
              <a:effectLst/>
              <a:uFillTx/>
              <a:latin typeface="Times New Roman"/>
            </a:endParaRPr>
          </a:p>
        </p:txBody>
      </p:sp>
      <p:sp>
        <p:nvSpPr>
          <p:cNvPr id="99" name="PlaceHolder 4"/>
          <p:cNvSpPr>
            <a:spLocks noGrp="1"/>
          </p:cNvSpPr>
          <p:nvPr>
            <p:ph type="ftr" idx="44"/>
          </p:nvPr>
        </p:nvSpPr>
        <p:spPr>
          <a:xfrm>
            <a:off x="3419640" y="5919120"/>
            <a:ext cx="3238920" cy="269640"/>
          </a:xfrm>
          <a:prstGeom prst="rect">
            <a:avLst/>
          </a:prstGeom>
          <a:noFill/>
          <a:ln w="0">
            <a:noFill/>
          </a:ln>
        </p:spPr>
        <p:txBody>
          <a:bodyPr lIns="0" rIns="0" tIns="0" bIns="0" anchor="t">
            <a:spAutoFit/>
          </a:bodyPr>
          <a:lstStyle>
            <a:lvl1pPr indent="0" algn="ctr">
              <a:lnSpc>
                <a:spcPct val="100000"/>
              </a:lnSpc>
              <a:buNone/>
              <a:tabLst>
                <a:tab algn="l" pos="0"/>
              </a:tabLst>
              <a:defRPr b="0" lang="en-US" sz="1400" strike="noStrike" u="none">
                <a:solidFill>
                  <a:srgbClr val="000000"/>
                </a:solidFill>
                <a:effectLst/>
                <a:uFillTx/>
                <a:latin typeface="Noto Sans"/>
              </a:defRPr>
            </a:lvl1pPr>
          </a:lstStyle>
          <a:p>
            <a:pPr indent="0" algn="ctr">
              <a:lnSpc>
                <a:spcPct val="100000"/>
              </a:lnSpc>
              <a:buNone/>
              <a:tabLst>
                <a:tab algn="l" pos="0"/>
              </a:tabLst>
            </a:pPr>
            <a:r>
              <a:rPr b="0" lang="en-US" sz="1400" strike="noStrike" u="none">
                <a:solidFill>
                  <a:srgbClr val="000000"/>
                </a:solidFill>
                <a:effectLst/>
                <a:uFillTx/>
                <a:latin typeface="Noto Sans"/>
              </a:rPr>
              <a:t>&lt;footer&gt;</a:t>
            </a:r>
            <a:endParaRPr b="0" lang="en-US" sz="1400" strike="noStrike" u="none">
              <a:solidFill>
                <a:srgbClr val="000000"/>
              </a:solidFill>
              <a:effectLst/>
              <a:uFillTx/>
              <a:latin typeface="Times New Roman"/>
            </a:endParaRPr>
          </a:p>
        </p:txBody>
      </p:sp>
      <p:sp>
        <p:nvSpPr>
          <p:cNvPr id="100" name="PlaceHolder 5"/>
          <p:cNvSpPr>
            <a:spLocks noGrp="1"/>
          </p:cNvSpPr>
          <p:nvPr>
            <p:ph type="sldNum" idx="45"/>
          </p:nvPr>
        </p:nvSpPr>
        <p:spPr>
          <a:xfrm>
            <a:off x="7228080" y="5919120"/>
            <a:ext cx="2346480" cy="242640"/>
          </a:xfrm>
          <a:prstGeom prst="rect">
            <a:avLst/>
          </a:prstGeom>
          <a:noFill/>
          <a:ln w="0">
            <a:noFill/>
          </a:ln>
        </p:spPr>
        <p:txBody>
          <a:bodyPr lIns="0" rIns="0" tIns="0" bIns="0" anchor="t">
            <a:spAutoFit/>
          </a:bodyPr>
          <a:lstStyle>
            <a:lvl1pPr indent="0" algn="r">
              <a:lnSpc>
                <a:spcPct val="100000"/>
              </a:lnSpc>
              <a:buNone/>
              <a:tabLst>
                <a:tab algn="l" pos="0"/>
              </a:tabLst>
              <a:defRPr b="0" lang="en-US" sz="1400" strike="noStrike" u="none">
                <a:solidFill>
                  <a:srgbClr val="ffffff"/>
                </a:solidFill>
                <a:effectLst/>
                <a:uFillTx/>
                <a:latin typeface="Noto Sans"/>
              </a:defRPr>
            </a:lvl1pPr>
          </a:lstStyle>
          <a:p>
            <a:pPr indent="0" algn="r">
              <a:lnSpc>
                <a:spcPct val="100000"/>
              </a:lnSpc>
              <a:buNone/>
              <a:tabLst>
                <a:tab algn="l" pos="0"/>
              </a:tabLst>
            </a:pPr>
            <a:fld id="{CE367D5A-8BE8-46FD-9CA9-435DE9073E11}" type="slidenum">
              <a:rPr b="0" lang="en-US" sz="1400" strike="noStrike" u="none">
                <a:solidFill>
                  <a:srgbClr val="ffffff"/>
                </a:solidFill>
                <a:effectLst/>
                <a:uFillTx/>
                <a:latin typeface="Noto Sans"/>
              </a:rPr>
              <a:t>&lt;number&gt;</a:t>
            </a:fld>
            <a:endParaRPr b="0" lang="en-US" sz="1400" strike="noStrike" u="non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eft Bar">
    <p:spTree>
      <p:nvGrpSpPr>
        <p:cNvPr id="1" name=""/>
        <p:cNvGrpSpPr/>
        <p:nvPr/>
      </p:nvGrpSpPr>
      <p:grpSpPr>
        <a:xfrm>
          <a:off x="0" y="0"/>
          <a:ext cx="0" cy="0"/>
          <a:chOff x="0" y="0"/>
          <a:chExt cx="0" cy="0"/>
        </a:xfrm>
      </p:grpSpPr>
      <p:sp>
        <p:nvSpPr>
          <p:cNvPr id="101" name=""/>
          <p:cNvSpPr/>
          <p:nvPr/>
        </p:nvSpPr>
        <p:spPr>
          <a:xfrm>
            <a:off x="0" y="0"/>
            <a:ext cx="1619280" cy="6298560"/>
          </a:xfrm>
          <a:prstGeom prst="rect">
            <a:avLst/>
          </a:prstGeom>
          <a:solidFill>
            <a:srgbClr val="0d84a1"/>
          </a:solidFill>
          <a:ln w="0">
            <a:noFill/>
          </a:ln>
        </p:spPr>
        <p:style>
          <a:lnRef idx="0"/>
          <a:fillRef idx="0"/>
          <a:effectRef idx="0"/>
          <a:fontRef idx="minor"/>
        </p:style>
        <p:txBody>
          <a:bodyPr wrap="none" lIns="0" rIns="0" tIns="0" bIns="0" anchor="ctr">
            <a:noAutofit/>
          </a:bodyPr>
          <a:p>
            <a:pPr algn="ctr">
              <a:lnSpc>
                <a:spcPct val="100000"/>
              </a:lnSpc>
            </a:pPr>
            <a:endParaRPr b="0" lang="en-US" sz="1800" strike="noStrike" u="none">
              <a:solidFill>
                <a:srgbClr val="ffffff"/>
              </a:solidFill>
              <a:effectLst/>
              <a:uFillTx/>
              <a:latin typeface="Noto Sans"/>
              <a:ea typeface="DejaVu Sans"/>
            </a:endParaRPr>
          </a:p>
        </p:txBody>
      </p:sp>
      <p:sp>
        <p:nvSpPr>
          <p:cNvPr id="102" name="PlaceHolder 1"/>
          <p:cNvSpPr>
            <a:spLocks noGrp="1"/>
          </p:cNvSpPr>
          <p:nvPr>
            <p:ph type="title"/>
          </p:nvPr>
        </p:nvSpPr>
        <p:spPr>
          <a:xfrm rot="16200000">
            <a:off x="-1989000" y="2469960"/>
            <a:ext cx="5598360" cy="1259280"/>
          </a:xfrm>
          <a:prstGeom prst="rect">
            <a:avLst/>
          </a:prstGeom>
          <a:noFill/>
          <a:ln w="0">
            <a:noFill/>
          </a:ln>
        </p:spPr>
        <p:txBody>
          <a:bodyPr lIns="0" rIns="0" tIns="0" bIns="0" anchor="ctr">
            <a:normAutofit/>
          </a:bodyPr>
          <a:p>
            <a:pPr indent="0" algn="ctr">
              <a:lnSpc>
                <a:spcPct val="100000"/>
              </a:lnSpc>
              <a:buNone/>
              <a:tabLst>
                <a:tab algn="l" pos="0"/>
              </a:tabLst>
            </a:pPr>
            <a:r>
              <a:rPr b="1" lang="en-US" sz="4400" strike="noStrike" u="none">
                <a:solidFill>
                  <a:srgbClr val="ffffff"/>
                </a:solidFill>
                <a:effectLst/>
                <a:uFillTx/>
                <a:latin typeface="Noto Sans"/>
              </a:rPr>
              <a:t>Click to edit the title text format</a:t>
            </a:r>
            <a:endParaRPr b="0" lang="en-US" sz="4400" strike="noStrike" u="none">
              <a:solidFill>
                <a:srgbClr val="000000"/>
              </a:solidFill>
              <a:effectLst/>
              <a:uFillTx/>
              <a:latin typeface="Arial"/>
            </a:endParaRPr>
          </a:p>
        </p:txBody>
      </p:sp>
      <p:sp>
        <p:nvSpPr>
          <p:cNvPr id="103" name="PlaceHolder 2"/>
          <p:cNvSpPr>
            <a:spLocks noGrp="1"/>
          </p:cNvSpPr>
          <p:nvPr>
            <p:ph type="body"/>
          </p:nvPr>
        </p:nvSpPr>
        <p:spPr>
          <a:xfrm>
            <a:off x="1979640" y="199800"/>
            <a:ext cx="7558920" cy="5198400"/>
          </a:xfrm>
          <a:prstGeom prst="rect">
            <a:avLst/>
          </a:prstGeom>
          <a:noFill/>
          <a:ln w="0">
            <a:noFill/>
          </a:ln>
        </p:spPr>
        <p:txBody>
          <a:bodyPr lIns="0" rIns="0" tIns="0" bIns="0" anchor="t">
            <a:normAutofit/>
          </a:bodyPr>
          <a:p>
            <a:pPr marL="432000" indent="-324000">
              <a:lnSpc>
                <a:spcPct val="100000"/>
              </a:lnSpc>
              <a:spcBef>
                <a:spcPts val="1417"/>
              </a:spcBef>
              <a:buClr>
                <a:srgbClr val="666666"/>
              </a:buClr>
              <a:buSzPct val="45000"/>
              <a:buFont typeface="Wingdings" charset="2"/>
              <a:buChar char=""/>
            </a:pPr>
            <a:r>
              <a:rPr b="0" lang="en-US" sz="3200" strike="noStrike" u="none">
                <a:solidFill>
                  <a:srgbClr val="666666"/>
                </a:solidFill>
                <a:effectLst/>
                <a:uFillTx/>
                <a:latin typeface="Noto Sans"/>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666666"/>
              </a:buClr>
              <a:buSzPct val="75000"/>
              <a:buFont typeface="Symbol" charset="2"/>
              <a:buChar char=""/>
            </a:pPr>
            <a:r>
              <a:rPr b="0" lang="en-US" sz="2800" strike="noStrike" u="none">
                <a:solidFill>
                  <a:srgbClr val="666666"/>
                </a:solidFill>
                <a:effectLst/>
                <a:uFillTx/>
                <a:latin typeface="Noto Sans"/>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666666"/>
              </a:buClr>
              <a:buSzPct val="45000"/>
              <a:buFont typeface="Wingdings" charset="2"/>
              <a:buChar char=""/>
            </a:pPr>
            <a:r>
              <a:rPr b="0" lang="en-US" sz="2400" strike="noStrike" u="none">
                <a:solidFill>
                  <a:srgbClr val="666666"/>
                </a:solidFill>
                <a:effectLst/>
                <a:uFillTx/>
                <a:latin typeface="Noto Sans"/>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666666"/>
              </a:buClr>
              <a:buSzPct val="75000"/>
              <a:buFont typeface="Symbol" charset="2"/>
              <a:buChar char=""/>
            </a:pPr>
            <a:r>
              <a:rPr b="0" lang="en-US" sz="2000" strike="noStrike" u="none">
                <a:solidFill>
                  <a:srgbClr val="666666"/>
                </a:solidFill>
                <a:effectLst/>
                <a:uFillTx/>
                <a:latin typeface="Noto Sans"/>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666666"/>
              </a:buClr>
              <a:buSzPct val="45000"/>
              <a:buFont typeface="Wingdings" charset="2"/>
              <a:buChar char=""/>
            </a:pPr>
            <a:r>
              <a:rPr b="0" lang="en-US" sz="2000" strike="noStrike" u="none">
                <a:solidFill>
                  <a:srgbClr val="666666"/>
                </a:solidFill>
                <a:effectLst/>
                <a:uFillTx/>
                <a:latin typeface="Noto Sans"/>
              </a:rPr>
              <a:t>Seventh Outline Level</a:t>
            </a:r>
            <a:endParaRPr b="0" lang="en-US" sz="2000" strike="noStrike" u="none">
              <a:solidFill>
                <a:srgbClr val="000000"/>
              </a:solidFill>
              <a:effectLst/>
              <a:uFillTx/>
              <a:latin typeface="Arial"/>
            </a:endParaRPr>
          </a:p>
        </p:txBody>
      </p:sp>
      <p:sp>
        <p:nvSpPr>
          <p:cNvPr id="104" name="PlaceHolder 3"/>
          <p:cNvSpPr>
            <a:spLocks noGrp="1"/>
          </p:cNvSpPr>
          <p:nvPr>
            <p:ph type="dt" idx="46"/>
          </p:nvPr>
        </p:nvSpPr>
        <p:spPr>
          <a:xfrm>
            <a:off x="503640" y="5919120"/>
            <a:ext cx="2346480" cy="269640"/>
          </a:xfrm>
          <a:prstGeom prst="rect">
            <a:avLst/>
          </a:prstGeom>
          <a:noFill/>
          <a:ln w="0">
            <a:noFill/>
          </a:ln>
        </p:spPr>
        <p:txBody>
          <a:bodyPr lIns="0" rIns="0" tIns="0" bIns="0" anchor="t">
            <a:spAutoFit/>
          </a:bodyPr>
          <a:lstStyle>
            <a:lvl1pPr indent="0">
              <a:lnSpc>
                <a:spcPct val="100000"/>
              </a:lnSpc>
              <a:buNone/>
              <a:tabLst>
                <a:tab algn="l" pos="0"/>
              </a:tabLst>
              <a:defRPr b="0" lang="en-US" sz="1400" strike="noStrike" u="none">
                <a:solidFill>
                  <a:srgbClr val="ffffff"/>
                </a:solidFill>
                <a:effectLst/>
                <a:uFillTx/>
                <a:latin typeface="Noto Sans"/>
              </a:defRPr>
            </a:lvl1pPr>
          </a:lstStyle>
          <a:p>
            <a:pPr indent="0">
              <a:lnSpc>
                <a:spcPct val="100000"/>
              </a:lnSpc>
              <a:buNone/>
              <a:tabLst>
                <a:tab algn="l" pos="0"/>
              </a:tabLst>
            </a:pPr>
            <a:r>
              <a:rPr b="0" lang="en-US" sz="1400" strike="noStrike" u="none">
                <a:solidFill>
                  <a:srgbClr val="ffffff"/>
                </a:solidFill>
                <a:effectLst/>
                <a:uFillTx/>
                <a:latin typeface="Noto Sans"/>
              </a:rPr>
              <a:t>&lt;date/time&gt;</a:t>
            </a:r>
            <a:endParaRPr b="0" lang="en-US" sz="1400" strike="noStrike" u="none">
              <a:solidFill>
                <a:srgbClr val="000000"/>
              </a:solidFill>
              <a:effectLst/>
              <a:uFillTx/>
              <a:latin typeface="Times New Roman"/>
            </a:endParaRPr>
          </a:p>
        </p:txBody>
      </p:sp>
      <p:sp>
        <p:nvSpPr>
          <p:cNvPr id="105" name="PlaceHolder 4"/>
          <p:cNvSpPr>
            <a:spLocks noGrp="1"/>
          </p:cNvSpPr>
          <p:nvPr>
            <p:ph type="ftr" idx="47"/>
          </p:nvPr>
        </p:nvSpPr>
        <p:spPr>
          <a:xfrm>
            <a:off x="3419640" y="5919120"/>
            <a:ext cx="3238920" cy="269640"/>
          </a:xfrm>
          <a:prstGeom prst="rect">
            <a:avLst/>
          </a:prstGeom>
          <a:noFill/>
          <a:ln w="0">
            <a:noFill/>
          </a:ln>
        </p:spPr>
        <p:txBody>
          <a:bodyPr lIns="0" rIns="0" tIns="0" bIns="0" anchor="t">
            <a:spAutoFit/>
          </a:bodyPr>
          <a:lstStyle>
            <a:lvl1pPr indent="0" algn="ctr">
              <a:lnSpc>
                <a:spcPct val="100000"/>
              </a:lnSpc>
              <a:buNone/>
              <a:tabLst>
                <a:tab algn="l" pos="0"/>
              </a:tabLst>
              <a:defRPr b="0" lang="en-US" sz="1400" strike="noStrike" u="none">
                <a:solidFill>
                  <a:srgbClr val="000000"/>
                </a:solidFill>
                <a:effectLst/>
                <a:uFillTx/>
                <a:latin typeface="Noto Sans"/>
              </a:defRPr>
            </a:lvl1pPr>
          </a:lstStyle>
          <a:p>
            <a:pPr indent="0" algn="ctr">
              <a:lnSpc>
                <a:spcPct val="100000"/>
              </a:lnSpc>
              <a:buNone/>
              <a:tabLst>
                <a:tab algn="l" pos="0"/>
              </a:tabLst>
            </a:pPr>
            <a:r>
              <a:rPr b="0" lang="en-US" sz="1400" strike="noStrike" u="none">
                <a:solidFill>
                  <a:srgbClr val="000000"/>
                </a:solidFill>
                <a:effectLst/>
                <a:uFillTx/>
                <a:latin typeface="Noto Sans"/>
              </a:rPr>
              <a:t>&lt;footer&gt;</a:t>
            </a:r>
            <a:endParaRPr b="0" lang="en-US" sz="1400" strike="noStrike" u="none">
              <a:solidFill>
                <a:srgbClr val="000000"/>
              </a:solidFill>
              <a:effectLst/>
              <a:uFillTx/>
              <a:latin typeface="Times New Roman"/>
            </a:endParaRPr>
          </a:p>
        </p:txBody>
      </p:sp>
      <p:sp>
        <p:nvSpPr>
          <p:cNvPr id="106" name="PlaceHolder 5"/>
          <p:cNvSpPr>
            <a:spLocks noGrp="1"/>
          </p:cNvSpPr>
          <p:nvPr>
            <p:ph type="sldNum" idx="48"/>
          </p:nvPr>
        </p:nvSpPr>
        <p:spPr>
          <a:xfrm>
            <a:off x="7228080" y="5919120"/>
            <a:ext cx="2346480" cy="242640"/>
          </a:xfrm>
          <a:prstGeom prst="rect">
            <a:avLst/>
          </a:prstGeom>
          <a:noFill/>
          <a:ln w="0">
            <a:noFill/>
          </a:ln>
        </p:spPr>
        <p:txBody>
          <a:bodyPr lIns="0" rIns="0" tIns="0" bIns="0" anchor="t">
            <a:spAutoFit/>
          </a:bodyPr>
          <a:lstStyle>
            <a:lvl1pPr indent="0" algn="r">
              <a:lnSpc>
                <a:spcPct val="100000"/>
              </a:lnSpc>
              <a:buNone/>
              <a:tabLst>
                <a:tab algn="l" pos="0"/>
              </a:tabLst>
              <a:defRPr b="0" lang="en-US" sz="1400" strike="noStrike" u="none">
                <a:solidFill>
                  <a:srgbClr val="000000"/>
                </a:solidFill>
                <a:effectLst/>
                <a:uFillTx/>
                <a:latin typeface="Noto Sans"/>
              </a:defRPr>
            </a:lvl1pPr>
          </a:lstStyle>
          <a:p>
            <a:pPr indent="0" algn="r">
              <a:lnSpc>
                <a:spcPct val="100000"/>
              </a:lnSpc>
              <a:buNone/>
              <a:tabLst>
                <a:tab algn="l" pos="0"/>
              </a:tabLst>
            </a:pPr>
            <a:fld id="{8E9C98DB-2A67-4A37-8FC3-CF51A74A7FAC}" type="slidenum">
              <a:rPr b="0" lang="en-US" sz="1400" strike="noStrike" u="none">
                <a:solidFill>
                  <a:srgbClr val="000000"/>
                </a:solidFill>
                <a:effectLst/>
                <a:uFillTx/>
                <a:latin typeface="Noto Sans"/>
              </a:rPr>
              <a:t>&lt;number&gt;</a:t>
            </a:fld>
            <a:endParaRPr b="0" lang="en-US" sz="14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
          <p:cNvSpPr/>
          <p:nvPr/>
        </p:nvSpPr>
        <p:spPr>
          <a:xfrm>
            <a:off x="719640" y="3559680"/>
            <a:ext cx="6623640" cy="360"/>
          </a:xfrm>
          <a:prstGeom prst="line">
            <a:avLst/>
          </a:prstGeom>
          <a:ln cap="rnd" w="36000">
            <a:solidFill>
              <a:srgbClr val="ffffff"/>
            </a:solidFill>
            <a:round/>
          </a:ln>
        </p:spPr>
        <p:style>
          <a:lnRef idx="0"/>
          <a:fillRef idx="0"/>
          <a:effectRef idx="0"/>
          <a:fontRef idx="minor"/>
        </p:style>
        <p:txBody>
          <a:bodyPr lIns="0" rIns="0" tIns="0" bIns="0" anchor="ctr">
            <a:noAutofit/>
          </a:bodyPr>
          <a:p>
            <a:endParaRPr b="0" lang="en-US" sz="1800" strike="noStrike" u="none">
              <a:solidFill>
                <a:srgbClr val="0d84a1"/>
              </a:solidFill>
              <a:effectLst/>
              <a:uFillTx/>
              <a:latin typeface="Noto Sans"/>
              <a:ea typeface="DejaVu Sans"/>
            </a:endParaRPr>
          </a:p>
        </p:txBody>
      </p:sp>
      <p:sp>
        <p:nvSpPr>
          <p:cNvPr id="108" name="PlaceHolder 1"/>
          <p:cNvSpPr>
            <a:spLocks noGrp="1"/>
          </p:cNvSpPr>
          <p:nvPr>
            <p:ph type="title"/>
          </p:nvPr>
        </p:nvSpPr>
        <p:spPr>
          <a:xfrm>
            <a:off x="719640" y="639720"/>
            <a:ext cx="8638560" cy="2799000"/>
          </a:xfrm>
          <a:prstGeom prst="rect">
            <a:avLst/>
          </a:prstGeom>
          <a:noFill/>
          <a:ln w="0">
            <a:noFill/>
          </a:ln>
        </p:spPr>
        <p:txBody>
          <a:bodyPr lIns="0" rIns="0" tIns="0" bIns="0" anchor="ctr">
            <a:normAutofit/>
          </a:bodyPr>
          <a:p>
            <a:pPr indent="0">
              <a:lnSpc>
                <a:spcPct val="100000"/>
              </a:lnSpc>
              <a:buNone/>
              <a:tabLst>
                <a:tab algn="l" pos="0"/>
              </a:tabLst>
            </a:pPr>
            <a:r>
              <a:rPr b="1" lang="en-US" sz="7200" strike="noStrike" u="none">
                <a:solidFill>
                  <a:srgbClr val="ffffff"/>
                </a:solidFill>
                <a:effectLst/>
                <a:uFillTx/>
                <a:latin typeface="Noto Sans"/>
              </a:rPr>
              <a:t>INTRODUCTION TO PSU</a:t>
            </a:r>
            <a:endParaRPr b="0" lang="en-US" sz="7200" strike="noStrike" u="none">
              <a:solidFill>
                <a:srgbClr val="000000"/>
              </a:solidFill>
              <a:effectLst/>
              <a:uFillTx/>
              <a:latin typeface="Arial"/>
            </a:endParaRPr>
          </a:p>
        </p:txBody>
      </p:sp>
      <p:sp>
        <p:nvSpPr>
          <p:cNvPr id="109" name="PlaceHolder 2"/>
          <p:cNvSpPr>
            <a:spLocks noGrp="1"/>
          </p:cNvSpPr>
          <p:nvPr>
            <p:ph type="subTitle"/>
          </p:nvPr>
        </p:nvSpPr>
        <p:spPr>
          <a:xfrm>
            <a:off x="719640" y="3679200"/>
            <a:ext cx="6838920" cy="1999080"/>
          </a:xfrm>
          <a:prstGeom prst="rect">
            <a:avLst/>
          </a:prstGeom>
          <a:noFill/>
          <a:ln w="0">
            <a:noFill/>
          </a:ln>
        </p:spPr>
        <p:txBody>
          <a:bodyPr lIns="0" rIns="0" tIns="0" bIns="0" anchor="t">
            <a:normAutofit fontScale="85000" lnSpcReduction="9999"/>
          </a:bodyPr>
          <a:p>
            <a:pPr indent="0">
              <a:lnSpc>
                <a:spcPct val="115000"/>
              </a:lnSpc>
              <a:buNone/>
              <a:tabLst>
                <a:tab algn="l" pos="0"/>
              </a:tabLst>
            </a:pPr>
            <a:r>
              <a:rPr b="0" lang="en-US" sz="7200" strike="noStrike" u="none">
                <a:solidFill>
                  <a:srgbClr val="ffffff"/>
                </a:solidFill>
                <a:effectLst/>
                <a:uFillTx/>
                <a:latin typeface="Noto Sans"/>
              </a:rPr>
              <a:t>(POWER SUPPLY UNIT)</a:t>
            </a:r>
            <a:endParaRPr b="0" lang="en-US" sz="7200" strike="noStrike" u="none">
              <a:solidFill>
                <a:srgbClr val="000000"/>
              </a:solidFill>
              <a:effectLst/>
              <a:uFillTx/>
              <a:latin typeface="Arial"/>
            </a:endParaRPr>
          </a:p>
        </p:txBody>
      </p:sp>
    </p:spTree>
  </p:cSld>
  <p:transition>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456840" y="216360"/>
            <a:ext cx="8998560" cy="799200"/>
          </a:xfrm>
          <a:prstGeom prst="rect">
            <a:avLst/>
          </a:prstGeom>
          <a:noFill/>
          <a:ln w="0">
            <a:noFill/>
          </a:ln>
        </p:spPr>
        <p:txBody>
          <a:bodyPr lIns="0" rIns="0" tIns="0" bIns="0" anchor="ctr">
            <a:normAutofit fontScale="85000" lnSpcReduction="19999"/>
          </a:bodyPr>
          <a:p>
            <a:pPr indent="0">
              <a:lnSpc>
                <a:spcPct val="100000"/>
              </a:lnSpc>
              <a:buNone/>
              <a:tabLst>
                <a:tab algn="l" pos="0"/>
              </a:tabLst>
            </a:pPr>
            <a:r>
              <a:rPr b="0" lang="en-US" sz="7200" strike="noStrike" u="none">
                <a:solidFill>
                  <a:srgbClr val="000000"/>
                </a:solidFill>
                <a:effectLst/>
                <a:uFillTx/>
                <a:latin typeface="Arial"/>
              </a:rPr>
              <a:t>            What is PSU ?</a:t>
            </a:r>
            <a:endParaRPr b="0" lang="en-US" sz="7200" strike="noStrike" u="none">
              <a:solidFill>
                <a:srgbClr val="000000"/>
              </a:solidFill>
              <a:effectLst/>
              <a:uFillTx/>
              <a:latin typeface="Arial"/>
            </a:endParaRPr>
          </a:p>
        </p:txBody>
      </p:sp>
      <p:sp>
        <p:nvSpPr>
          <p:cNvPr id="111" name="PlaceHolder 2"/>
          <p:cNvSpPr>
            <a:spLocks noGrp="1"/>
          </p:cNvSpPr>
          <p:nvPr>
            <p:ph type="subTitle"/>
          </p:nvPr>
        </p:nvSpPr>
        <p:spPr>
          <a:xfrm>
            <a:off x="228240" y="1002240"/>
            <a:ext cx="8998560" cy="3061080"/>
          </a:xfrm>
          <a:prstGeom prst="rect">
            <a:avLst/>
          </a:prstGeom>
          <a:noFill/>
          <a:ln w="0">
            <a:noFill/>
          </a:ln>
        </p:spPr>
        <p:txBody>
          <a:bodyPr lIns="0" rIns="0" tIns="0" bIns="0" anchor="ctr">
            <a:spAutoFit/>
          </a:bodyPr>
          <a:p>
            <a:pPr indent="0">
              <a:lnSpc>
                <a:spcPct val="100000"/>
              </a:lnSpc>
              <a:spcBef>
                <a:spcPts val="1191"/>
              </a:spcBef>
              <a:spcAft>
                <a:spcPts val="992"/>
              </a:spcAft>
              <a:buNone/>
              <a:tabLst>
                <a:tab algn="l" pos="0"/>
              </a:tabLst>
            </a:pPr>
            <a:endParaRPr b="0" lang="en-US" sz="18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800" strike="noStrike" u="none">
                <a:solidFill>
                  <a:srgbClr val="000000"/>
                </a:solidFill>
                <a:effectLst/>
                <a:uFillTx/>
                <a:latin typeface="Arial"/>
              </a:rPr>
              <a:t>PSU stands for Power Supply Unit.</a:t>
            </a:r>
            <a:endParaRPr b="0" lang="en-US" sz="18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800" strike="noStrike" u="none">
                <a:solidFill>
                  <a:srgbClr val="000000"/>
                </a:solidFill>
                <a:effectLst/>
                <a:uFillTx/>
                <a:latin typeface="Arial"/>
              </a:rPr>
              <a:t>It converts AC (Alternating Current) into DC (Direct Current) that computer components use.</a:t>
            </a:r>
            <a:endParaRPr b="0" lang="en-US" sz="18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800" strike="noStrike" u="none">
                <a:solidFill>
                  <a:srgbClr val="000000"/>
                </a:solidFill>
                <a:effectLst/>
                <a:uFillTx/>
                <a:latin typeface="Arial"/>
              </a:rPr>
              <a:t>It provides stable power to:</a:t>
            </a:r>
            <a:endParaRPr b="0" lang="en-US" sz="18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US" sz="1800" strike="noStrike" u="none">
              <a:solidFill>
                <a:srgbClr val="000000"/>
              </a:solidFill>
              <a:effectLst/>
              <a:uFillTx/>
              <a:latin typeface="Arial"/>
            </a:endParaRPr>
          </a:p>
        </p:txBody>
      </p:sp>
      <p:sp>
        <p:nvSpPr>
          <p:cNvPr id="112" name=""/>
          <p:cNvSpPr/>
          <p:nvPr/>
        </p:nvSpPr>
        <p:spPr>
          <a:xfrm>
            <a:off x="1828440" y="3510360"/>
            <a:ext cx="3114360" cy="2570760"/>
          </a:xfrm>
          <a:prstGeom prst="rect">
            <a:avLst/>
          </a:prstGeom>
          <a:noFill/>
          <a:ln w="0">
            <a:noFill/>
          </a:ln>
        </p:spPr>
        <p:style>
          <a:lnRef idx="0"/>
          <a:fillRef idx="0"/>
          <a:effectRef idx="0"/>
          <a:fontRef idx="minor"/>
        </p:style>
        <p:txBody>
          <a:bodyPr wrap="none" lIns="90000" rIns="90000" tIns="45000" bIns="45000" anchor="t">
            <a:spAutoFit/>
          </a:bodyPr>
          <a:p>
            <a:pPr marL="216000" indent="-216000">
              <a:lnSpc>
                <a:spcPct val="100000"/>
              </a:lnSpc>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Motherboard</a:t>
            </a:r>
            <a:endParaRPr b="0" lang="en-US" sz="18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CPU</a:t>
            </a:r>
            <a:endParaRPr b="0" lang="en-US" sz="18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GPU</a:t>
            </a:r>
            <a:endParaRPr b="0" lang="en-US" sz="18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Storage drives (HDD/SSD)</a:t>
            </a:r>
            <a:endParaRPr b="0" lang="en-US" sz="18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Cooling fans</a:t>
            </a:r>
            <a:endParaRPr b="0" lang="en-US" sz="1800" strike="noStrike" u="none">
              <a:solidFill>
                <a:srgbClr val="000000"/>
              </a:solidFill>
              <a:effectLst/>
              <a:uFillTx/>
              <a:latin typeface="Arial"/>
            </a:endParaRPr>
          </a:p>
        </p:txBody>
      </p:sp>
    </p:spTree>
  </p:cSld>
  <p:transition>
    <p:wipe dir="u"/>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2514240" y="218520"/>
            <a:ext cx="7314480" cy="1304640"/>
          </a:xfrm>
          <a:prstGeom prst="rect">
            <a:avLst/>
          </a:prstGeom>
          <a:noFill/>
          <a:ln w="0">
            <a:noFill/>
          </a:ln>
        </p:spPr>
        <p:txBody>
          <a:bodyPr lIns="0" rIns="0" tIns="0" bIns="0" anchor="ctr">
            <a:normAutofit fontScale="70000" lnSpcReduction="19999"/>
          </a:bodyPr>
          <a:p>
            <a:pPr indent="0">
              <a:lnSpc>
                <a:spcPct val="100000"/>
              </a:lnSpc>
              <a:spcBef>
                <a:spcPts val="1191"/>
              </a:spcBef>
              <a:spcAft>
                <a:spcPts val="992"/>
              </a:spcAft>
              <a:buNone/>
              <a:tabLst>
                <a:tab algn="l" pos="0"/>
              </a:tabLst>
            </a:pPr>
            <a:r>
              <a:rPr b="0" lang="en-US" sz="7200" strike="noStrike" u="none">
                <a:solidFill>
                  <a:srgbClr val="3465a4"/>
                </a:solidFill>
                <a:effectLst/>
                <a:uFillTx/>
                <a:latin typeface="Arial"/>
              </a:rPr>
              <a:t>Why is PSU Important?</a:t>
            </a:r>
            <a:endParaRPr b="0" lang="en-US" sz="7200" strike="noStrike" u="none">
              <a:solidFill>
                <a:srgbClr val="000000"/>
              </a:solidFill>
              <a:effectLst/>
              <a:uFillTx/>
              <a:latin typeface="Arial"/>
            </a:endParaRPr>
          </a:p>
        </p:txBody>
      </p:sp>
      <p:sp>
        <p:nvSpPr>
          <p:cNvPr id="114" name=""/>
          <p:cNvSpPr/>
          <p:nvPr/>
        </p:nvSpPr>
        <p:spPr>
          <a:xfrm>
            <a:off x="2514240" y="2031480"/>
            <a:ext cx="6520320" cy="2436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2200" strike="noStrike" u="none">
                <a:solidFill>
                  <a:srgbClr val="000000"/>
                </a:solidFill>
                <a:effectLst/>
                <a:uFillTx/>
                <a:latin typeface="Arial"/>
              </a:rPr>
              <a:t>1. Prevents power fluctuations that can damage </a:t>
            </a:r>
            <a:endParaRPr b="0" lang="en-US" sz="2200" strike="noStrike" u="none">
              <a:solidFill>
                <a:srgbClr val="000000"/>
              </a:solidFill>
              <a:effectLst/>
              <a:uFillTx/>
              <a:latin typeface="Arial"/>
            </a:endParaRPr>
          </a:p>
          <a:p>
            <a:pPr>
              <a:lnSpc>
                <a:spcPct val="100000"/>
              </a:lnSpc>
            </a:pPr>
            <a:r>
              <a:rPr b="0" lang="en-US" sz="2200" strike="noStrike" u="none">
                <a:solidFill>
                  <a:srgbClr val="000000"/>
                </a:solidFill>
                <a:effectLst/>
                <a:uFillTx/>
                <a:latin typeface="Arial"/>
              </a:rPr>
              <a:t>    components.</a:t>
            </a:r>
            <a:endParaRPr b="0" lang="en-US" sz="2200" strike="noStrike" u="none">
              <a:solidFill>
                <a:srgbClr val="000000"/>
              </a:solidFill>
              <a:effectLst/>
              <a:uFillTx/>
              <a:latin typeface="Arial"/>
            </a:endParaRPr>
          </a:p>
          <a:p>
            <a:pPr>
              <a:lnSpc>
                <a:spcPct val="100000"/>
              </a:lnSpc>
            </a:pPr>
            <a:r>
              <a:rPr b="0" lang="en-US" sz="2200" strike="noStrike" u="none">
                <a:solidFill>
                  <a:srgbClr val="000000"/>
                </a:solidFill>
                <a:effectLst/>
                <a:uFillTx/>
                <a:latin typeface="Arial"/>
              </a:rPr>
              <a:t>2. Affects system stability and performance.</a:t>
            </a:r>
            <a:endParaRPr b="0" lang="en-US" sz="2200" strike="noStrike" u="none">
              <a:solidFill>
                <a:srgbClr val="000000"/>
              </a:solidFill>
              <a:effectLst/>
              <a:uFillTx/>
              <a:latin typeface="Arial"/>
            </a:endParaRPr>
          </a:p>
          <a:p>
            <a:pPr>
              <a:lnSpc>
                <a:spcPct val="100000"/>
              </a:lnSpc>
            </a:pPr>
            <a:r>
              <a:rPr b="0" lang="en-US" sz="2200" strike="noStrike" u="none">
                <a:solidFill>
                  <a:srgbClr val="000000"/>
                </a:solidFill>
                <a:effectLst/>
                <a:uFillTx/>
                <a:latin typeface="Arial"/>
              </a:rPr>
              <a:t>3. Higher-quality PSUs last longer and run cooler.</a:t>
            </a:r>
            <a:endParaRPr b="0" lang="en-US" sz="2200" strike="noStrike" u="none">
              <a:solidFill>
                <a:srgbClr val="000000"/>
              </a:solidFill>
              <a:effectLst/>
              <a:uFillTx/>
              <a:latin typeface="Arial"/>
            </a:endParaRPr>
          </a:p>
          <a:p>
            <a:pPr>
              <a:lnSpc>
                <a:spcPct val="100000"/>
              </a:lnSpc>
            </a:pPr>
            <a:r>
              <a:rPr b="0" lang="en-US" sz="2200" strike="noStrike" u="none">
                <a:solidFill>
                  <a:srgbClr val="000000"/>
                </a:solidFill>
                <a:effectLst/>
                <a:uFillTx/>
                <a:latin typeface="Arial"/>
              </a:rPr>
              <a:t>4. Poor PSUs can cause crashes, reboots, or even </a:t>
            </a:r>
            <a:endParaRPr b="0" lang="en-US" sz="2200" strike="noStrike" u="none">
              <a:solidFill>
                <a:srgbClr val="000000"/>
              </a:solidFill>
              <a:effectLst/>
              <a:uFillTx/>
              <a:latin typeface="Arial"/>
            </a:endParaRPr>
          </a:p>
          <a:p>
            <a:pPr>
              <a:lnSpc>
                <a:spcPct val="100000"/>
              </a:lnSpc>
            </a:pPr>
            <a:r>
              <a:rPr b="0" lang="en-US" sz="2200" strike="noStrike" u="none">
                <a:solidFill>
                  <a:srgbClr val="000000"/>
                </a:solidFill>
                <a:effectLst/>
                <a:uFillTx/>
                <a:latin typeface="Arial"/>
              </a:rPr>
              <a:t>    hardware failure.</a:t>
            </a:r>
            <a:endParaRPr b="0" lang="en-US" sz="2200" strike="noStrike" u="none">
              <a:solidFill>
                <a:srgbClr val="000000"/>
              </a:solidFill>
              <a:effectLst/>
              <a:uFillTx/>
              <a:latin typeface="Arial"/>
            </a:endParaRPr>
          </a:p>
          <a:p>
            <a:pPr>
              <a:lnSpc>
                <a:spcPct val="100000"/>
              </a:lnSpc>
            </a:pPr>
            <a:endParaRPr b="0" lang="en-US" sz="2200" strike="noStrike" u="none">
              <a:solidFill>
                <a:srgbClr val="000000"/>
              </a:solidFill>
              <a:effectLst/>
              <a:uFillTx/>
              <a:latin typeface="Arial"/>
            </a:endParaRPr>
          </a:p>
        </p:txBody>
      </p:sp>
    </p:spTree>
  </p:cSld>
  <p:transition>
    <p:pull dir="d"/>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2815200" y="-183240"/>
            <a:ext cx="9070560" cy="1199160"/>
          </a:xfrm>
          <a:prstGeom prst="rect">
            <a:avLst/>
          </a:prstGeom>
          <a:noFill/>
          <a:ln w="0">
            <a:noFill/>
          </a:ln>
        </p:spPr>
        <p:txBody>
          <a:bodyPr lIns="0" rIns="0" tIns="0" bIns="0" anchor="ctr">
            <a:normAutofit/>
          </a:bodyPr>
          <a:p>
            <a:pPr indent="0">
              <a:lnSpc>
                <a:spcPct val="100000"/>
              </a:lnSpc>
              <a:buNone/>
              <a:tabLst>
                <a:tab algn="l" pos="0"/>
              </a:tabLst>
            </a:pPr>
            <a:r>
              <a:rPr b="0" lang="en-US" sz="3600" strike="noStrike" u="none">
                <a:solidFill>
                  <a:srgbClr val="000000"/>
                </a:solidFill>
                <a:effectLst/>
                <a:uFillTx/>
                <a:latin typeface="Arial"/>
              </a:rPr>
              <a:t>TYPES OF PSUs</a:t>
            </a:r>
            <a:endParaRPr b="0" lang="en-US" sz="3600" strike="noStrike" u="none">
              <a:solidFill>
                <a:srgbClr val="000000"/>
              </a:solidFill>
              <a:effectLst/>
              <a:uFillTx/>
              <a:latin typeface="Arial"/>
            </a:endParaRPr>
          </a:p>
        </p:txBody>
      </p:sp>
      <p:sp>
        <p:nvSpPr>
          <p:cNvPr id="116" name="PlaceHolder 4"/>
          <p:cNvSpPr/>
          <p:nvPr/>
        </p:nvSpPr>
        <p:spPr>
          <a:xfrm>
            <a:off x="5257080" y="2455920"/>
            <a:ext cx="2389680" cy="1098720"/>
          </a:xfrm>
          <a:prstGeom prst="rect">
            <a:avLst/>
          </a:prstGeom>
          <a:solidFill>
            <a:srgbClr val="ffffff"/>
          </a:solidFill>
          <a:ln cap="rnd" w="36000">
            <a:solidFill>
              <a:srgbClr val="0d84a1"/>
            </a:solidFill>
            <a:round/>
          </a:ln>
        </p:spPr>
        <p:style>
          <a:lnRef idx="0"/>
          <a:fillRef idx="0"/>
          <a:effectRef idx="0"/>
          <a:fontRef idx="minor"/>
        </p:style>
        <p:txBody>
          <a:bodyPr lIns="0" rIns="0" tIns="0" bIns="0" anchor="ctr" anchorCtr="1">
            <a:normAutofit/>
          </a:bodyPr>
          <a:p>
            <a:pPr>
              <a:lnSpc>
                <a:spcPct val="100000"/>
              </a:lnSpc>
              <a:spcBef>
                <a:spcPts val="1191"/>
              </a:spcBef>
              <a:spcAft>
                <a:spcPts val="992"/>
              </a:spcAft>
            </a:pPr>
            <a:r>
              <a:rPr b="0" lang="en-US" sz="1800" strike="noStrike" u="none">
                <a:solidFill>
                  <a:srgbClr val="000000"/>
                </a:solidFill>
                <a:effectLst/>
                <a:uFillTx/>
                <a:latin typeface="Arial"/>
              </a:rPr>
              <a:t>Semi-Modular</a:t>
            </a:r>
            <a:endParaRPr b="0" lang="en-US" sz="1800" strike="noStrike" u="none">
              <a:solidFill>
                <a:srgbClr val="000000"/>
              </a:solidFill>
              <a:effectLst/>
              <a:uFillTx/>
              <a:latin typeface="Arial"/>
            </a:endParaRPr>
          </a:p>
        </p:txBody>
      </p:sp>
      <p:sp>
        <p:nvSpPr>
          <p:cNvPr id="117" name="PlaceHolder 6"/>
          <p:cNvSpPr/>
          <p:nvPr/>
        </p:nvSpPr>
        <p:spPr>
          <a:xfrm>
            <a:off x="5239440" y="4185360"/>
            <a:ext cx="2303280" cy="1118880"/>
          </a:xfrm>
          <a:prstGeom prst="rect">
            <a:avLst/>
          </a:prstGeom>
          <a:solidFill>
            <a:srgbClr val="ffffff"/>
          </a:solidFill>
          <a:ln cap="rnd" w="36000">
            <a:solidFill>
              <a:srgbClr val="0d84a1"/>
            </a:solidFill>
            <a:round/>
          </a:ln>
        </p:spPr>
        <p:style>
          <a:lnRef idx="0"/>
          <a:fillRef idx="0"/>
          <a:effectRef idx="0"/>
          <a:fontRef idx="minor"/>
        </p:style>
        <p:txBody>
          <a:bodyPr lIns="0" rIns="0" tIns="0" bIns="0" anchor="ctr" anchorCtr="1">
            <a:normAutofit/>
          </a:bodyPr>
          <a:p>
            <a:pPr>
              <a:lnSpc>
                <a:spcPct val="100000"/>
              </a:lnSpc>
            </a:pPr>
            <a:r>
              <a:rPr b="0" lang="en-US" sz="1800" strike="noStrike" u="none">
                <a:solidFill>
                  <a:srgbClr val="000000"/>
                </a:solidFill>
                <a:effectLst/>
                <a:uFillTx/>
                <a:latin typeface="Arial"/>
              </a:rPr>
              <a:t>Click to add Text</a:t>
            </a:r>
            <a:endParaRPr b="0" lang="en-US" sz="1800" strike="noStrike" u="none">
              <a:solidFill>
                <a:srgbClr val="000000"/>
              </a:solidFill>
              <a:effectLst/>
              <a:uFillTx/>
              <a:latin typeface="Arial"/>
            </a:endParaRPr>
          </a:p>
        </p:txBody>
      </p:sp>
      <p:sp>
        <p:nvSpPr>
          <p:cNvPr id="118" name="PlaceHolder 8"/>
          <p:cNvSpPr/>
          <p:nvPr/>
        </p:nvSpPr>
        <p:spPr>
          <a:xfrm>
            <a:off x="1724400" y="2285640"/>
            <a:ext cx="2303280" cy="1118880"/>
          </a:xfrm>
          <a:prstGeom prst="rect">
            <a:avLst/>
          </a:prstGeom>
          <a:solidFill>
            <a:srgbClr val="ffffff"/>
          </a:solidFill>
          <a:ln cap="rnd" w="36000">
            <a:solidFill>
              <a:srgbClr val="0d84a1"/>
            </a:solidFill>
            <a:round/>
          </a:ln>
        </p:spPr>
        <p:style>
          <a:lnRef idx="0"/>
          <a:fillRef idx="0"/>
          <a:effectRef idx="0"/>
          <a:fontRef idx="minor"/>
        </p:style>
        <p:txBody>
          <a:bodyPr lIns="0" rIns="0" tIns="0" bIns="0" anchor="ctr" anchorCtr="1">
            <a:normAutofit/>
          </a:bodyPr>
          <a:p>
            <a:pPr>
              <a:lnSpc>
                <a:spcPct val="100000"/>
              </a:lnSpc>
            </a:pPr>
            <a:r>
              <a:rPr b="0" lang="en-US" sz="1800" strike="noStrike" u="none">
                <a:solidFill>
                  <a:srgbClr val="000000"/>
                </a:solidFill>
                <a:effectLst/>
                <a:uFillTx/>
                <a:latin typeface="Arial"/>
              </a:rPr>
              <a:t>PSU</a:t>
            </a:r>
            <a:endParaRPr b="0" lang="en-US" sz="1800" strike="noStrike" u="none">
              <a:solidFill>
                <a:srgbClr val="000000"/>
              </a:solidFill>
              <a:effectLst/>
              <a:uFillTx/>
              <a:latin typeface="Arial"/>
            </a:endParaRPr>
          </a:p>
        </p:txBody>
      </p:sp>
      <p:sp>
        <p:nvSpPr>
          <p:cNvPr id="119" name="PlaceHolder 3"/>
          <p:cNvSpPr/>
          <p:nvPr/>
        </p:nvSpPr>
        <p:spPr>
          <a:xfrm>
            <a:off x="5257080" y="1102680"/>
            <a:ext cx="2389680" cy="1098720"/>
          </a:xfrm>
          <a:prstGeom prst="rect">
            <a:avLst/>
          </a:prstGeom>
          <a:solidFill>
            <a:srgbClr val="ffffff"/>
          </a:solidFill>
          <a:ln cap="rnd" w="36000">
            <a:solidFill>
              <a:srgbClr val="0d84a1"/>
            </a:solidFill>
            <a:round/>
          </a:ln>
        </p:spPr>
        <p:style>
          <a:lnRef idx="0"/>
          <a:fillRef idx="0"/>
          <a:effectRef idx="0"/>
          <a:fontRef idx="minor"/>
        </p:style>
        <p:txBody>
          <a:bodyPr lIns="0" rIns="0" tIns="0" bIns="0" anchor="ctr" anchorCtr="1">
            <a:normAutofit/>
          </a:bodyPr>
          <a:p>
            <a:pPr>
              <a:lnSpc>
                <a:spcPct val="100000"/>
              </a:lnSpc>
              <a:spcBef>
                <a:spcPts val="1191"/>
              </a:spcBef>
              <a:spcAft>
                <a:spcPts val="992"/>
              </a:spcAft>
            </a:pPr>
            <a:r>
              <a:rPr b="0" lang="en-US" sz="1800" strike="noStrike" u="none">
                <a:solidFill>
                  <a:srgbClr val="000000"/>
                </a:solidFill>
                <a:effectLst/>
                <a:uFillTx/>
                <a:latin typeface="Arial"/>
              </a:rPr>
              <a:t>Non-Modular</a:t>
            </a:r>
            <a:endParaRPr b="0" lang="en-US" sz="1800" strike="noStrike" u="none">
              <a:solidFill>
                <a:srgbClr val="000000"/>
              </a:solidFill>
              <a:effectLst/>
              <a:uFillTx/>
              <a:latin typeface="Arial"/>
            </a:endParaRPr>
          </a:p>
        </p:txBody>
      </p:sp>
      <p:sp>
        <p:nvSpPr>
          <p:cNvPr id="120" name="PlaceHolder 5"/>
          <p:cNvSpPr/>
          <p:nvPr/>
        </p:nvSpPr>
        <p:spPr>
          <a:xfrm>
            <a:off x="5239440" y="4213800"/>
            <a:ext cx="2303280" cy="1118880"/>
          </a:xfrm>
          <a:prstGeom prst="rect">
            <a:avLst/>
          </a:prstGeom>
          <a:solidFill>
            <a:srgbClr val="ffffff"/>
          </a:solidFill>
          <a:ln cap="rnd" w="36000">
            <a:solidFill>
              <a:srgbClr val="0d84a1"/>
            </a:solidFill>
            <a:round/>
          </a:ln>
        </p:spPr>
        <p:style>
          <a:lnRef idx="0"/>
          <a:fillRef idx="0"/>
          <a:effectRef idx="0"/>
          <a:fontRef idx="minor"/>
        </p:style>
        <p:txBody>
          <a:bodyPr lIns="0" rIns="0" tIns="0" bIns="0" anchor="ctr" anchorCtr="1">
            <a:normAutofit/>
          </a:bodyPr>
          <a:p>
            <a:pPr>
              <a:lnSpc>
                <a:spcPct val="100000"/>
              </a:lnSpc>
              <a:spcBef>
                <a:spcPts val="1191"/>
              </a:spcBef>
              <a:spcAft>
                <a:spcPts val="992"/>
              </a:spcAft>
            </a:pPr>
            <a:r>
              <a:rPr b="0" lang="en-US" sz="1800" strike="noStrike" u="none">
                <a:solidFill>
                  <a:srgbClr val="000000"/>
                </a:solidFill>
                <a:effectLst/>
                <a:uFillTx/>
                <a:latin typeface="Arial"/>
              </a:rPr>
              <a:t>Fully Modular</a:t>
            </a:r>
            <a:endParaRPr b="0" lang="en-US" sz="1800" strike="noStrike" u="none">
              <a:solidFill>
                <a:srgbClr val="000000"/>
              </a:solidFill>
              <a:effectLst/>
              <a:uFillTx/>
              <a:latin typeface="Arial"/>
            </a:endParaRPr>
          </a:p>
        </p:txBody>
      </p:sp>
      <p:sp>
        <p:nvSpPr>
          <p:cNvPr id="121" name=""/>
          <p:cNvSpPr/>
          <p:nvPr/>
        </p:nvSpPr>
        <p:spPr>
          <a:xfrm>
            <a:off x="4028040" y="2845080"/>
            <a:ext cx="1143000" cy="360"/>
          </a:xfrm>
          <a:prstGeom prst="line">
            <a:avLst/>
          </a:prstGeom>
          <a:ln w="36720">
            <a:solidFill>
              <a:srgbClr val="0d84a1"/>
            </a:solidFill>
            <a:round/>
          </a:ln>
        </p:spPr>
        <p:style>
          <a:lnRef idx="0"/>
          <a:fillRef idx="0"/>
          <a:effectRef idx="0"/>
          <a:fontRef idx="minor"/>
        </p:style>
        <p:txBody>
          <a:bodyPr lIns="108000" rIns="108000" tIns="-63000" bIns="-63000" anchor="ctr">
            <a:noAutofit/>
          </a:bodyPr>
          <a:p>
            <a:endParaRPr b="0" lang="en-US" sz="1800" strike="noStrike" u="none">
              <a:solidFill>
                <a:srgbClr val="000000"/>
              </a:solidFill>
              <a:effectLst/>
              <a:uFillTx/>
              <a:latin typeface="Arial"/>
              <a:ea typeface="DejaVu Sans"/>
            </a:endParaRPr>
          </a:p>
        </p:txBody>
      </p:sp>
      <p:sp>
        <p:nvSpPr>
          <p:cNvPr id="122" name=""/>
          <p:cNvSpPr/>
          <p:nvPr/>
        </p:nvSpPr>
        <p:spPr>
          <a:xfrm>
            <a:off x="4343040" y="1777680"/>
            <a:ext cx="360" cy="1067400"/>
          </a:xfrm>
          <a:prstGeom prst="line">
            <a:avLst/>
          </a:prstGeom>
          <a:ln w="36720">
            <a:solidFill>
              <a:srgbClr val="0d84a1"/>
            </a:solidFill>
            <a:round/>
          </a:ln>
        </p:spPr>
        <p:style>
          <a:lnRef idx="0"/>
          <a:fillRef idx="0"/>
          <a:effectRef idx="0"/>
          <a:fontRef idx="minor"/>
        </p:style>
        <p:txBody>
          <a:bodyPr lIns="108000" rIns="108000" tIns="63000" bIns="63000" anchor="ctr">
            <a:noAutofit/>
          </a:bodyPr>
          <a:p>
            <a:endParaRPr b="0" lang="en-US" sz="1800" strike="noStrike" u="none">
              <a:solidFill>
                <a:srgbClr val="000000"/>
              </a:solidFill>
              <a:effectLst/>
              <a:uFillTx/>
              <a:latin typeface="Arial"/>
              <a:ea typeface="DejaVu Sans"/>
            </a:endParaRPr>
          </a:p>
        </p:txBody>
      </p:sp>
      <p:sp>
        <p:nvSpPr>
          <p:cNvPr id="123" name=""/>
          <p:cNvSpPr/>
          <p:nvPr/>
        </p:nvSpPr>
        <p:spPr>
          <a:xfrm>
            <a:off x="4343040" y="3758040"/>
            <a:ext cx="360" cy="1067400"/>
          </a:xfrm>
          <a:prstGeom prst="line">
            <a:avLst/>
          </a:prstGeom>
          <a:ln w="36720">
            <a:solidFill>
              <a:srgbClr val="0d84a1"/>
            </a:solidFill>
            <a:round/>
          </a:ln>
        </p:spPr>
        <p:style>
          <a:lnRef idx="0"/>
          <a:fillRef idx="0"/>
          <a:effectRef idx="0"/>
          <a:fontRef idx="minor"/>
        </p:style>
        <p:txBody>
          <a:bodyPr lIns="108000" rIns="108000" tIns="63000" bIns="63000" anchor="ctr">
            <a:noAutofit/>
          </a:bodyPr>
          <a:p>
            <a:endParaRPr b="0" lang="en-US" sz="1800" strike="noStrike" u="none">
              <a:solidFill>
                <a:srgbClr val="000000"/>
              </a:solidFill>
              <a:effectLst/>
              <a:uFillTx/>
              <a:latin typeface="Arial"/>
              <a:ea typeface="DejaVu Sans"/>
            </a:endParaRPr>
          </a:p>
        </p:txBody>
      </p:sp>
      <p:sp>
        <p:nvSpPr>
          <p:cNvPr id="124" name=""/>
          <p:cNvSpPr/>
          <p:nvPr/>
        </p:nvSpPr>
        <p:spPr>
          <a:xfrm>
            <a:off x="4343040" y="2845080"/>
            <a:ext cx="360" cy="1067400"/>
          </a:xfrm>
          <a:prstGeom prst="line">
            <a:avLst/>
          </a:prstGeom>
          <a:ln w="36720">
            <a:solidFill>
              <a:srgbClr val="0d84a1"/>
            </a:solidFill>
            <a:round/>
          </a:ln>
        </p:spPr>
        <p:style>
          <a:lnRef idx="0"/>
          <a:fillRef idx="0"/>
          <a:effectRef idx="0"/>
          <a:fontRef idx="minor"/>
        </p:style>
        <p:txBody>
          <a:bodyPr lIns="108000" rIns="108000" tIns="63000" bIns="63000" anchor="ctr">
            <a:noAutofit/>
          </a:bodyPr>
          <a:p>
            <a:endParaRPr b="0" lang="en-US" sz="1800" strike="noStrike" u="none">
              <a:solidFill>
                <a:srgbClr val="000000"/>
              </a:solidFill>
              <a:effectLst/>
              <a:uFillTx/>
              <a:latin typeface="Arial"/>
              <a:ea typeface="DejaVu Sans"/>
            </a:endParaRPr>
          </a:p>
        </p:txBody>
      </p:sp>
      <p:sp>
        <p:nvSpPr>
          <p:cNvPr id="125" name=""/>
          <p:cNvSpPr/>
          <p:nvPr/>
        </p:nvSpPr>
        <p:spPr>
          <a:xfrm>
            <a:off x="4343040" y="1523880"/>
            <a:ext cx="360" cy="1067400"/>
          </a:xfrm>
          <a:prstGeom prst="line">
            <a:avLst/>
          </a:prstGeom>
          <a:ln w="36720">
            <a:solidFill>
              <a:srgbClr val="0d84a1"/>
            </a:solidFill>
            <a:round/>
          </a:ln>
        </p:spPr>
        <p:style>
          <a:lnRef idx="0"/>
          <a:fillRef idx="0"/>
          <a:effectRef idx="0"/>
          <a:fontRef idx="minor"/>
        </p:style>
        <p:txBody>
          <a:bodyPr lIns="108000" rIns="108000" tIns="63000" bIns="63000" anchor="ctr">
            <a:noAutofit/>
          </a:bodyPr>
          <a:p>
            <a:endParaRPr b="0" lang="en-US" sz="1800" strike="noStrike" u="none">
              <a:solidFill>
                <a:srgbClr val="000000"/>
              </a:solidFill>
              <a:effectLst/>
              <a:uFillTx/>
              <a:latin typeface="Arial"/>
              <a:ea typeface="DejaVu Sans"/>
            </a:endParaRPr>
          </a:p>
        </p:txBody>
      </p:sp>
      <p:sp>
        <p:nvSpPr>
          <p:cNvPr id="126" name=""/>
          <p:cNvSpPr/>
          <p:nvPr/>
        </p:nvSpPr>
        <p:spPr>
          <a:xfrm>
            <a:off x="4343040" y="1523880"/>
            <a:ext cx="914400" cy="360"/>
          </a:xfrm>
          <a:prstGeom prst="line">
            <a:avLst/>
          </a:prstGeom>
          <a:ln w="36720">
            <a:solidFill>
              <a:srgbClr val="0d84a1"/>
            </a:solidFill>
            <a:round/>
          </a:ln>
        </p:spPr>
        <p:style>
          <a:lnRef idx="0"/>
          <a:fillRef idx="0"/>
          <a:effectRef idx="0"/>
          <a:fontRef idx="minor"/>
        </p:style>
        <p:txBody>
          <a:bodyPr lIns="108360" rIns="108360" tIns="-63360" bIns="-63360" anchor="ctr">
            <a:noAutofit/>
          </a:bodyPr>
          <a:p>
            <a:endParaRPr b="0" lang="en-US" sz="1800" strike="noStrike" u="none">
              <a:solidFill>
                <a:srgbClr val="000000"/>
              </a:solidFill>
              <a:effectLst/>
              <a:uFillTx/>
              <a:latin typeface="Arial"/>
              <a:ea typeface="DejaVu Sans"/>
            </a:endParaRPr>
          </a:p>
        </p:txBody>
      </p:sp>
      <p:sp>
        <p:nvSpPr>
          <p:cNvPr id="127" name=""/>
          <p:cNvSpPr/>
          <p:nvPr/>
        </p:nvSpPr>
        <p:spPr>
          <a:xfrm>
            <a:off x="4325400" y="4825440"/>
            <a:ext cx="914400" cy="360"/>
          </a:xfrm>
          <a:prstGeom prst="line">
            <a:avLst/>
          </a:prstGeom>
          <a:ln w="36720">
            <a:solidFill>
              <a:srgbClr val="0d84a1"/>
            </a:solidFill>
            <a:round/>
          </a:ln>
        </p:spPr>
        <p:style>
          <a:lnRef idx="0"/>
          <a:fillRef idx="0"/>
          <a:effectRef idx="0"/>
          <a:fontRef idx="minor"/>
        </p:style>
        <p:txBody>
          <a:bodyPr lIns="108360" rIns="108360" tIns="-63360" bIns="-63360" anchor="ctr">
            <a:noAutofit/>
          </a:bodyPr>
          <a:p>
            <a:endParaRPr b="0" lang="en-US" sz="1800" strike="noStrike" u="none">
              <a:solidFill>
                <a:srgbClr val="000000"/>
              </a:solidFill>
              <a:effectLst/>
              <a:uFillTx/>
              <a:latin typeface="Arial"/>
              <a:ea typeface="DejaVu Sans"/>
            </a:endParaRPr>
          </a:p>
        </p:txBody>
      </p:sp>
      <p:sp>
        <p:nvSpPr>
          <p:cNvPr id="128" name=""/>
          <p:cNvSpPr/>
          <p:nvPr/>
        </p:nvSpPr>
        <p:spPr>
          <a:xfrm>
            <a:off x="4114440" y="2845080"/>
            <a:ext cx="1143000" cy="360"/>
          </a:xfrm>
          <a:prstGeom prst="line">
            <a:avLst/>
          </a:prstGeom>
          <a:ln w="36720">
            <a:solidFill>
              <a:srgbClr val="0d84a1"/>
            </a:solidFill>
            <a:round/>
          </a:ln>
        </p:spPr>
        <p:style>
          <a:lnRef idx="0"/>
          <a:fillRef idx="0"/>
          <a:effectRef idx="0"/>
          <a:fontRef idx="minor"/>
        </p:style>
        <p:txBody>
          <a:bodyPr lIns="108000" rIns="108000" tIns="-63000" bIns="-63000" anchor="ctr">
            <a:noAutofit/>
          </a:bodyPr>
          <a:p>
            <a:endParaRPr b="0" lang="en-US" sz="1800" strike="noStrike" u="none">
              <a:solidFill>
                <a:srgbClr val="000000"/>
              </a:solidFill>
              <a:effectLst/>
              <a:uFillTx/>
              <a:latin typeface="Arial"/>
              <a:ea typeface="DejaVu Sans"/>
            </a:endParaRPr>
          </a:p>
        </p:txBody>
      </p:sp>
    </p:spTree>
  </p:cSld>
  <p:transition>
    <p:comb dir="horz"/>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29" name=""/>
          <p:cNvGraphicFramePr/>
          <p:nvPr/>
        </p:nvGraphicFramePr>
        <p:xfrm>
          <a:off x="287640" y="1908360"/>
          <a:ext cx="9502920" cy="3683160"/>
        </p:xfrm>
        <a:graphic>
          <a:graphicData uri="http://schemas.openxmlformats.org/drawingml/2006/table">
            <a:tbl>
              <a:tblPr/>
              <a:tblGrid>
                <a:gridCol w="4103640"/>
                <a:gridCol w="1800000"/>
                <a:gridCol w="1800000"/>
                <a:gridCol w="1799280"/>
              </a:tblGrid>
              <a:tr h="559800">
                <a:tc>
                  <a:txBody>
                    <a:bodyPr lIns="90000" rIns="90000" tIns="46800" bIns="46800" anchor="ctr">
                      <a:noAutofit/>
                    </a:bodyPr>
                    <a:p>
                      <a:pPr>
                        <a:lnSpc>
                          <a:spcPct val="115000"/>
                        </a:lnSpc>
                        <a:spcBef>
                          <a:spcPts val="1191"/>
                        </a:spcBef>
                        <a:spcAft>
                          <a:spcPts val="992"/>
                        </a:spcAft>
                      </a:pPr>
                      <a:r>
                        <a:rPr b="1" lang="en-US" sz="2200" strike="noStrike" u="sng">
                          <a:solidFill>
                            <a:srgbClr val="666666"/>
                          </a:solidFill>
                          <a:effectLst/>
                          <a:uFillTx/>
                          <a:latin typeface="Noto Sans"/>
                        </a:rPr>
                        <a:t>System Type</a:t>
                      </a:r>
                      <a:endParaRPr b="0" lang="en-US" sz="2200" strike="noStrike" u="none">
                        <a:solidFill>
                          <a:srgbClr val="000000"/>
                        </a:solidFill>
                        <a:effectLst/>
                        <a:uFillTx/>
                        <a:latin typeface="Arial"/>
                      </a:endParaRPr>
                    </a:p>
                  </a:txBody>
                  <a:tcPr anchor="ctr" marL="90000" marR="90000" marT="46800" marB="46800">
                    <a:lnL w="12240">
                      <a:noFill/>
                      <a:prstDash val="solid"/>
                    </a:lnL>
                    <a:lnR w="12240">
                      <a:noFill/>
                      <a:prstDash val="solid"/>
                    </a:lnR>
                    <a:lnT w="12240">
                      <a:noFill/>
                      <a:prstDash val="solid"/>
                    </a:lnT>
                    <a:lnB w="720">
                      <a:solidFill>
                        <a:srgbClr val="333333"/>
                      </a:solidFill>
                      <a:prstDash val="solid"/>
                    </a:lnB>
                    <a:solidFill>
                      <a:srgbClr val="ffffff"/>
                    </a:solidFill>
                  </a:tcPr>
                </a:tc>
                <a:tc gridSpan="3">
                  <a:txBody>
                    <a:bodyPr lIns="90000" rIns="90000" tIns="46800" bIns="46800" anchor="ctr">
                      <a:noAutofit/>
                    </a:bodyPr>
                    <a:p>
                      <a:pPr algn="r">
                        <a:lnSpc>
                          <a:spcPct val="115000"/>
                        </a:lnSpc>
                        <a:spcBef>
                          <a:spcPts val="1191"/>
                        </a:spcBef>
                        <a:spcAft>
                          <a:spcPts val="992"/>
                        </a:spcAft>
                      </a:pPr>
                      <a:r>
                        <a:rPr b="1" lang="en-US" sz="2200" strike="noStrike" u="sng">
                          <a:solidFill>
                            <a:srgbClr val="666666"/>
                          </a:solidFill>
                          <a:effectLst/>
                          <a:uFillTx/>
                          <a:latin typeface="Noto Sans"/>
                        </a:rPr>
                        <a:t>Recommended PSU Wattage</a:t>
                      </a:r>
                      <a:endParaRPr b="0" lang="en-US" sz="2200" strike="noStrike" u="none">
                        <a:solidFill>
                          <a:srgbClr val="000000"/>
                        </a:solidFill>
                        <a:effectLst/>
                        <a:uFillTx/>
                        <a:latin typeface="Arial"/>
                      </a:endParaRPr>
                    </a:p>
                  </a:txBody>
                  <a:tcPr anchor="ctr" marL="90000" marR="90000" marT="46800" marB="46800">
                    <a:lnL w="12240">
                      <a:noFill/>
                      <a:prstDash val="solid"/>
                    </a:lnL>
                    <a:lnR w="12240">
                      <a:noFill/>
                      <a:prstDash val="solid"/>
                    </a:lnR>
                    <a:lnT w="12240">
                      <a:noFill/>
                      <a:prstDash val="solid"/>
                    </a:lnT>
                    <a:lnB w="720">
                      <a:solidFill>
                        <a:srgbClr val="333333"/>
                      </a:solidFill>
                      <a:prstDash val="solid"/>
                    </a:lnB>
                    <a:solidFill>
                      <a:srgbClr val="fffff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559800">
                <a:tc>
                  <a:txBody>
                    <a:bodyPr lIns="90000" rIns="90000" tIns="46800" bIns="46800" anchor="ctr">
                      <a:noAutofit/>
                    </a:bodyPr>
                    <a:p>
                      <a:pPr>
                        <a:lnSpc>
                          <a:spcPct val="115000"/>
                        </a:lnSpc>
                        <a:spcBef>
                          <a:spcPts val="1191"/>
                        </a:spcBef>
                        <a:spcAft>
                          <a:spcPts val="992"/>
                        </a:spcAft>
                      </a:pPr>
                      <a:r>
                        <a:rPr b="1" lang="en-US" sz="2000" strike="noStrike" u="none">
                          <a:solidFill>
                            <a:srgbClr val="666666"/>
                          </a:solidFill>
                          <a:effectLst/>
                          <a:uFillTx/>
                          <a:latin typeface="Noto Sans"/>
                        </a:rPr>
                        <a:t>Basic (Office, Browsing)</a:t>
                      </a:r>
                      <a:endParaRPr b="0" lang="en-US" sz="2000" strike="noStrike" u="none">
                        <a:solidFill>
                          <a:srgbClr val="000000"/>
                        </a:solidFill>
                        <a:effectLst/>
                        <a:uFillTx/>
                        <a:latin typeface="Arial"/>
                      </a:endParaRPr>
                    </a:p>
                  </a:txBody>
                  <a:tcPr anchor="ctr" marL="90000" marR="90000" marT="46800" marB="46800">
                    <a:lnL w="12240">
                      <a:noFill/>
                      <a:prstDash val="solid"/>
                    </a:lnL>
                    <a:lnR w="12240">
                      <a:noFill/>
                      <a:prstDash val="solid"/>
                    </a:lnR>
                    <a:lnT w="12240">
                      <a:noFill/>
                      <a:prstDash val="solid"/>
                    </a:lnT>
                    <a:lnB w="720">
                      <a:solidFill>
                        <a:srgbClr val="333333"/>
                      </a:solidFill>
                      <a:prstDash val="solid"/>
                    </a:lnB>
                    <a:solidFill>
                      <a:srgbClr val="ffffff"/>
                    </a:solidFill>
                  </a:tcPr>
                </a:tc>
                <a:tc gridSpan="3">
                  <a:txBody>
                    <a:bodyPr lIns="90000" rIns="90000" tIns="46800" bIns="46800" anchor="ctr">
                      <a:noAutofit/>
                    </a:bodyPr>
                    <a:p>
                      <a:pPr algn="r">
                        <a:lnSpc>
                          <a:spcPct val="115000"/>
                        </a:lnSpc>
                        <a:spcBef>
                          <a:spcPts val="1191"/>
                        </a:spcBef>
                        <a:spcAft>
                          <a:spcPts val="992"/>
                        </a:spcAft>
                      </a:pPr>
                      <a:r>
                        <a:rPr b="1" lang="en-US" sz="2000" strike="noStrike" u="none">
                          <a:solidFill>
                            <a:srgbClr val="666666"/>
                          </a:solidFill>
                          <a:effectLst/>
                          <a:uFillTx/>
                          <a:latin typeface="Noto Sans"/>
                        </a:rPr>
                        <a:t>300–400W</a:t>
                      </a:r>
                      <a:endParaRPr b="0" lang="en-US" sz="2000" strike="noStrike" u="none">
                        <a:solidFill>
                          <a:srgbClr val="000000"/>
                        </a:solidFill>
                        <a:effectLst/>
                        <a:uFillTx/>
                        <a:latin typeface="Arial"/>
                      </a:endParaRPr>
                    </a:p>
                  </a:txBody>
                  <a:tcPr anchor="ctr" marL="90000" marR="90000" marT="46800" marB="46800">
                    <a:lnL w="12240">
                      <a:noFill/>
                      <a:prstDash val="solid"/>
                    </a:lnL>
                    <a:lnR w="12240">
                      <a:noFill/>
                      <a:prstDash val="solid"/>
                    </a:lnR>
                    <a:lnT w="12240">
                      <a:noFill/>
                      <a:prstDash val="solid"/>
                    </a:lnT>
                    <a:lnB w="720">
                      <a:solidFill>
                        <a:srgbClr val="333333"/>
                      </a:solidFill>
                      <a:prstDash val="solid"/>
                    </a:lnB>
                    <a:solidFill>
                      <a:srgbClr val="fffff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883440">
                <a:tc>
                  <a:txBody>
                    <a:bodyPr lIns="90000" rIns="90000" tIns="46800" bIns="46800" anchor="ctr">
                      <a:noAutofit/>
                    </a:bodyPr>
                    <a:p>
                      <a:pPr>
                        <a:lnSpc>
                          <a:spcPct val="115000"/>
                        </a:lnSpc>
                        <a:spcBef>
                          <a:spcPts val="1191"/>
                        </a:spcBef>
                        <a:spcAft>
                          <a:spcPts val="992"/>
                        </a:spcAft>
                      </a:pPr>
                      <a:r>
                        <a:rPr b="1" lang="en-US" sz="2000" strike="noStrike" u="none">
                          <a:solidFill>
                            <a:srgbClr val="666666"/>
                          </a:solidFill>
                          <a:effectLst/>
                          <a:uFillTx/>
                          <a:latin typeface="Noto Sans"/>
                        </a:rPr>
                        <a:t>Mid-Range (Gaming without GPU)</a:t>
                      </a:r>
                      <a:endParaRPr b="0" lang="en-US" sz="2000" strike="noStrike" u="none">
                        <a:solidFill>
                          <a:srgbClr val="000000"/>
                        </a:solidFill>
                        <a:effectLst/>
                        <a:uFillTx/>
                        <a:latin typeface="Arial"/>
                      </a:endParaRPr>
                    </a:p>
                  </a:txBody>
                  <a:tcPr anchor="ctr" marL="90000" marR="90000" marT="46800" marB="46800">
                    <a:lnL w="12240">
                      <a:noFill/>
                      <a:prstDash val="solid"/>
                    </a:lnL>
                    <a:lnR w="12240">
                      <a:noFill/>
                      <a:prstDash val="solid"/>
                    </a:lnR>
                    <a:lnT w="12240">
                      <a:noFill/>
                      <a:prstDash val="solid"/>
                    </a:lnT>
                    <a:lnB w="720">
                      <a:solidFill>
                        <a:srgbClr val="333333"/>
                      </a:solidFill>
                      <a:prstDash val="solid"/>
                    </a:lnB>
                    <a:solidFill>
                      <a:srgbClr val="ffffff"/>
                    </a:solidFill>
                  </a:tcPr>
                </a:tc>
                <a:tc gridSpan="3">
                  <a:txBody>
                    <a:bodyPr lIns="90000" rIns="90000" tIns="46800" bIns="46800" anchor="ctr">
                      <a:noAutofit/>
                    </a:bodyPr>
                    <a:p>
                      <a:pPr algn="r">
                        <a:lnSpc>
                          <a:spcPct val="115000"/>
                        </a:lnSpc>
                        <a:spcBef>
                          <a:spcPts val="1191"/>
                        </a:spcBef>
                        <a:spcAft>
                          <a:spcPts val="992"/>
                        </a:spcAft>
                      </a:pPr>
                      <a:r>
                        <a:rPr b="1" lang="en-US" sz="2000" strike="noStrike" u="none">
                          <a:solidFill>
                            <a:srgbClr val="666666"/>
                          </a:solidFill>
                          <a:effectLst/>
                          <a:uFillTx/>
                          <a:latin typeface="Noto Sans"/>
                        </a:rPr>
                        <a:t>400–500W</a:t>
                      </a:r>
                      <a:endParaRPr b="0" lang="en-US" sz="2000" strike="noStrike" u="none">
                        <a:solidFill>
                          <a:srgbClr val="000000"/>
                        </a:solidFill>
                        <a:effectLst/>
                        <a:uFillTx/>
                        <a:latin typeface="Arial"/>
                      </a:endParaRPr>
                    </a:p>
                  </a:txBody>
                  <a:tcPr anchor="ctr" marL="90000" marR="90000" marT="46800" marB="46800">
                    <a:lnL w="12240">
                      <a:noFill/>
                      <a:prstDash val="solid"/>
                    </a:lnL>
                    <a:lnR w="12240">
                      <a:noFill/>
                      <a:prstDash val="solid"/>
                    </a:lnR>
                    <a:lnT w="12240">
                      <a:noFill/>
                      <a:prstDash val="solid"/>
                    </a:lnT>
                    <a:lnB w="720">
                      <a:solidFill>
                        <a:srgbClr val="333333"/>
                      </a:solidFill>
                      <a:prstDash val="solid"/>
                    </a:lnB>
                    <a:solidFill>
                      <a:srgbClr val="fffff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559800">
                <a:tc gridSpan="4">
                  <a:txBody>
                    <a:bodyPr lIns="90000" rIns="90000" tIns="46800" bIns="46800" anchor="ctr">
                      <a:noAutofit/>
                    </a:bodyPr>
                    <a:p>
                      <a:pPr>
                        <a:lnSpc>
                          <a:spcPct val="115000"/>
                        </a:lnSpc>
                        <a:spcBef>
                          <a:spcPts val="1191"/>
                        </a:spcBef>
                        <a:spcAft>
                          <a:spcPts val="992"/>
                        </a:spcAft>
                      </a:pPr>
                      <a:r>
                        <a:rPr b="1" lang="en-US" sz="2000" strike="noStrike" u="none">
                          <a:solidFill>
                            <a:srgbClr val="666666"/>
                          </a:solidFill>
                          <a:effectLst/>
                          <a:uFillTx/>
                          <a:latin typeface="Noto Sans"/>
                        </a:rPr>
                        <a:t>Gaming with GPU                                                                                        550-750W</a:t>
                      </a:r>
                      <a:endParaRPr b="0" lang="en-US" sz="2000" strike="noStrike" u="none">
                        <a:solidFill>
                          <a:srgbClr val="000000"/>
                        </a:solidFill>
                        <a:effectLst/>
                        <a:uFillTx/>
                        <a:latin typeface="Arial"/>
                      </a:endParaRPr>
                    </a:p>
                  </a:txBody>
                  <a:tcPr anchor="ctr" marL="90000" marR="90000" marT="46800" marB="46800">
                    <a:lnL w="12240">
                      <a:noFill/>
                      <a:prstDash val="solid"/>
                    </a:lnL>
                    <a:lnR w="12240">
                      <a:noFill/>
                      <a:prstDash val="solid"/>
                    </a:lnR>
                    <a:lnT w="12240">
                      <a:noFill/>
                      <a:prstDash val="solid"/>
                    </a:lnT>
                    <a:lnB w="720">
                      <a:solidFill>
                        <a:srgbClr val="333333"/>
                      </a:solidFill>
                      <a:prstDash val="solid"/>
                    </a:lnB>
                    <a:solidFill>
                      <a:srgbClr val="fffff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559800">
                <a:tc gridSpan="4">
                  <a:txBody>
                    <a:bodyPr lIns="90000" rIns="90000" tIns="46800" bIns="46800" anchor="ctr">
                      <a:noAutofit/>
                    </a:bodyPr>
                    <a:p>
                      <a:pPr>
                        <a:lnSpc>
                          <a:spcPct val="115000"/>
                        </a:lnSpc>
                        <a:spcBef>
                          <a:spcPts val="1191"/>
                        </a:spcBef>
                        <a:spcAft>
                          <a:spcPts val="992"/>
                        </a:spcAft>
                      </a:pPr>
                      <a:r>
                        <a:rPr b="1" lang="en-US" sz="2000" strike="noStrike" u="none">
                          <a:solidFill>
                            <a:srgbClr val="666666"/>
                          </a:solidFill>
                          <a:effectLst/>
                          <a:uFillTx/>
                          <a:latin typeface="Noto Sans"/>
                        </a:rPr>
                        <a:t>High-End / Workstation                                                                                750W+</a:t>
                      </a:r>
                      <a:endParaRPr b="0" lang="en-US" sz="2000" strike="noStrike" u="none">
                        <a:solidFill>
                          <a:srgbClr val="000000"/>
                        </a:solidFill>
                        <a:effectLst/>
                        <a:uFillTx/>
                        <a:latin typeface="Arial"/>
                      </a:endParaRPr>
                    </a:p>
                  </a:txBody>
                  <a:tcPr anchor="ctr" marL="90000" marR="90000" marT="46800" marB="46800">
                    <a:lnL w="12240">
                      <a:noFill/>
                      <a:prstDash val="solid"/>
                    </a:lnL>
                    <a:lnR w="12240">
                      <a:noFill/>
                      <a:prstDash val="solid"/>
                    </a:lnR>
                    <a:lnT w="12240">
                      <a:noFill/>
                      <a:prstDash val="solid"/>
                    </a:lnT>
                    <a:lnB w="720">
                      <a:solidFill>
                        <a:srgbClr val="333333"/>
                      </a:solidFill>
                      <a:prstDash val="solid"/>
                    </a:lnB>
                    <a:solidFill>
                      <a:srgbClr val="fffff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560520">
                <a:tc>
                  <a:txBody>
                    <a:bodyPr lIns="90000" rIns="90000" tIns="46800" bIns="46800" anchor="ctr">
                      <a:noAutofit/>
                    </a:bodyPr>
                    <a:p>
                      <a:endParaRPr b="0" lang="en-US" sz="1800" strike="noStrike" u="none">
                        <a:solidFill>
                          <a:srgbClr val="000000"/>
                        </a:solidFill>
                        <a:effectLst/>
                        <a:uFillTx/>
                        <a:latin typeface="Arial"/>
                      </a:endParaRPr>
                    </a:p>
                  </a:txBody>
                  <a:tcPr anchor="ctr" marL="90000" marR="90000" marT="46800" marB="46800">
                    <a:lnL w="12240">
                      <a:noFill/>
                      <a:prstDash val="solid"/>
                    </a:lnL>
                    <a:lnR w="12240">
                      <a:noFill/>
                      <a:prstDash val="solid"/>
                    </a:lnR>
                    <a:lnT w="720">
                      <a:solidFill>
                        <a:srgbClr val="333333"/>
                      </a:solidFill>
                      <a:prstDash val="solid"/>
                    </a:lnT>
                    <a:lnB w="12240">
                      <a:noFill/>
                      <a:prstDash val="solid"/>
                    </a:lnB>
                    <a:solidFill>
                      <a:srgbClr val="ffffff"/>
                    </a:solidFill>
                  </a:tcPr>
                </a:tc>
                <a:tc>
                  <a:txBody>
                    <a:bodyPr lIns="90000" rIns="90000" tIns="46800" bIns="46800" anchor="ctr">
                      <a:noAutofit/>
                    </a:bodyPr>
                    <a:p>
                      <a:endParaRPr b="0" lang="en-US" sz="1800" strike="noStrike" u="none">
                        <a:solidFill>
                          <a:srgbClr val="000000"/>
                        </a:solidFill>
                        <a:effectLst/>
                        <a:uFillTx/>
                        <a:latin typeface="Arial"/>
                      </a:endParaRPr>
                    </a:p>
                  </a:txBody>
                  <a:tcPr anchor="ctr" marL="90000" marR="90000" marT="46800" marB="46800">
                    <a:lnL w="12240">
                      <a:noFill/>
                      <a:prstDash val="solid"/>
                    </a:lnL>
                    <a:lnR w="12240">
                      <a:noFill/>
                      <a:prstDash val="solid"/>
                    </a:lnR>
                    <a:lnT w="720">
                      <a:solidFill>
                        <a:srgbClr val="333333"/>
                      </a:solidFill>
                      <a:prstDash val="solid"/>
                    </a:lnT>
                    <a:lnB w="12240">
                      <a:noFill/>
                      <a:prstDash val="solid"/>
                    </a:lnB>
                    <a:solidFill>
                      <a:srgbClr val="ffffff"/>
                    </a:solidFill>
                  </a:tcPr>
                </a:tc>
                <a:tc>
                  <a:txBody>
                    <a:bodyPr lIns="90000" rIns="90000" tIns="46800" bIns="46800" anchor="ctr">
                      <a:noAutofit/>
                    </a:bodyPr>
                    <a:p>
                      <a:endParaRPr b="0" lang="en-US" sz="1800" strike="noStrike" u="none">
                        <a:solidFill>
                          <a:srgbClr val="000000"/>
                        </a:solidFill>
                        <a:effectLst/>
                        <a:uFillTx/>
                        <a:latin typeface="Arial"/>
                      </a:endParaRPr>
                    </a:p>
                  </a:txBody>
                  <a:tcPr anchor="ctr" marL="90000" marR="90000" marT="46800" marB="46800">
                    <a:lnL w="12240">
                      <a:noFill/>
                      <a:prstDash val="solid"/>
                    </a:lnL>
                    <a:lnR w="12240">
                      <a:noFill/>
                      <a:prstDash val="solid"/>
                    </a:lnR>
                    <a:lnT w="720">
                      <a:solidFill>
                        <a:srgbClr val="333333"/>
                      </a:solidFill>
                      <a:prstDash val="solid"/>
                    </a:lnT>
                    <a:lnB w="12240">
                      <a:noFill/>
                      <a:prstDash val="solid"/>
                    </a:lnB>
                    <a:solidFill>
                      <a:srgbClr val="ffffff"/>
                    </a:solidFill>
                  </a:tcPr>
                </a:tc>
                <a:tc>
                  <a:txBody>
                    <a:bodyPr lIns="90000" rIns="90000" tIns="46800" bIns="46800" anchor="ctr">
                      <a:noAutofit/>
                    </a:bodyPr>
                    <a:p>
                      <a:endParaRPr b="0" lang="en-US" sz="1800" strike="noStrike" u="none">
                        <a:solidFill>
                          <a:srgbClr val="000000"/>
                        </a:solidFill>
                        <a:effectLst/>
                        <a:uFillTx/>
                        <a:latin typeface="Arial"/>
                      </a:endParaRPr>
                    </a:p>
                  </a:txBody>
                  <a:tcPr anchor="ctr" marL="90000" marR="90000" marT="46800" marB="46800">
                    <a:lnL w="12240">
                      <a:noFill/>
                      <a:prstDash val="solid"/>
                    </a:lnL>
                    <a:lnR w="12240">
                      <a:noFill/>
                      <a:prstDash val="solid"/>
                    </a:lnR>
                    <a:lnT w="720">
                      <a:solidFill>
                        <a:srgbClr val="333333"/>
                      </a:solidFill>
                      <a:prstDash val="solid"/>
                    </a:lnT>
                    <a:lnB w="12240">
                      <a:noFill/>
                      <a:prstDash val="solid"/>
                    </a:lnB>
                    <a:solidFill>
                      <a:srgbClr val="ffffff"/>
                    </a:solidFill>
                  </a:tcPr>
                </a:tc>
              </a:tr>
            </a:tbl>
          </a:graphicData>
        </a:graphic>
      </p:graphicFrame>
      <p:sp>
        <p:nvSpPr>
          <p:cNvPr id="130" name="PlaceHolder 1"/>
          <p:cNvSpPr>
            <a:spLocks noGrp="1"/>
          </p:cNvSpPr>
          <p:nvPr>
            <p:ph type="title"/>
          </p:nvPr>
        </p:nvSpPr>
        <p:spPr>
          <a:xfrm>
            <a:off x="503640" y="239760"/>
            <a:ext cx="9070560" cy="1199160"/>
          </a:xfrm>
          <a:prstGeom prst="rect">
            <a:avLst/>
          </a:prstGeom>
          <a:noFill/>
          <a:ln w="0">
            <a:noFill/>
          </a:ln>
        </p:spPr>
        <p:txBody>
          <a:bodyPr lIns="0" rIns="0" tIns="0" bIns="0" anchor="ctr">
            <a:normAutofit/>
          </a:bodyPr>
          <a:p>
            <a:pPr indent="0">
              <a:lnSpc>
                <a:spcPct val="100000"/>
              </a:lnSpc>
              <a:spcBef>
                <a:spcPts val="1191"/>
              </a:spcBef>
              <a:spcAft>
                <a:spcPts val="992"/>
              </a:spcAft>
              <a:buNone/>
              <a:tabLst>
                <a:tab algn="l" pos="0"/>
              </a:tabLst>
            </a:pPr>
            <a:r>
              <a:rPr b="0" lang="en-US" sz="3200" strike="noStrike" u="none">
                <a:solidFill>
                  <a:srgbClr val="000000"/>
                </a:solidFill>
                <a:effectLst/>
                <a:uFillTx/>
                <a:latin typeface="Arial"/>
              </a:rPr>
              <a:t>Choosing the Right Wattage:</a:t>
            </a:r>
            <a:endParaRPr b="0" lang="en-US" sz="3200" strike="noStrike" u="none">
              <a:solidFill>
                <a:srgbClr val="000000"/>
              </a:solidFill>
              <a:effectLst/>
              <a:uFillTx/>
              <a:latin typeface="Arial"/>
            </a:endParaRPr>
          </a:p>
        </p:txBody>
      </p:sp>
    </p:spTree>
  </p:cSld>
  <p:transition>
    <p:push dir="d"/>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31" name=""/>
          <p:cNvGraphicFramePr/>
          <p:nvPr/>
        </p:nvGraphicFramePr>
        <p:xfrm>
          <a:off x="287640" y="1908360"/>
          <a:ext cx="9502920" cy="3682800"/>
        </p:xfrm>
        <a:graphic>
          <a:graphicData uri="http://schemas.openxmlformats.org/drawingml/2006/table">
            <a:tbl>
              <a:tblPr/>
              <a:tblGrid>
                <a:gridCol w="4103640"/>
                <a:gridCol w="1800000"/>
                <a:gridCol w="1800000"/>
                <a:gridCol w="1799280"/>
              </a:tblGrid>
              <a:tr h="479160">
                <a:tc gridSpan="4">
                  <a:txBody>
                    <a:bodyPr lIns="90000" rIns="90000" tIns="46800" bIns="46800" anchor="ctr">
                      <a:noAutofit/>
                    </a:bodyPr>
                    <a:p>
                      <a:pPr>
                        <a:lnSpc>
                          <a:spcPct val="115000"/>
                        </a:lnSpc>
                        <a:spcBef>
                          <a:spcPts val="1191"/>
                        </a:spcBef>
                        <a:spcAft>
                          <a:spcPts val="992"/>
                        </a:spcAft>
                      </a:pPr>
                      <a:r>
                        <a:rPr b="1" lang="en-US" sz="2200" strike="noStrike" u="sng">
                          <a:solidFill>
                            <a:srgbClr val="666666"/>
                          </a:solidFill>
                          <a:effectLst/>
                          <a:uFillTx/>
                          <a:latin typeface="Noto Sans"/>
                        </a:rPr>
                        <a:t>Certification</a:t>
                      </a:r>
                      <a:r>
                        <a:rPr b="1" lang="en-US" sz="2200" strike="noStrike" u="none">
                          <a:solidFill>
                            <a:srgbClr val="666666"/>
                          </a:solidFill>
                          <a:effectLst/>
                          <a:uFillTx/>
                          <a:latin typeface="Noto Sans"/>
                        </a:rPr>
                        <a:t>                       </a:t>
                      </a:r>
                      <a:r>
                        <a:rPr b="1" lang="en-US" sz="2200" strike="noStrike" u="sng">
                          <a:solidFill>
                            <a:srgbClr val="666666"/>
                          </a:solidFill>
                          <a:effectLst/>
                          <a:uFillTx/>
                          <a:latin typeface="Noto Sans"/>
                        </a:rPr>
                        <a:t>Efficiency @50% Load</a:t>
                      </a:r>
                      <a:r>
                        <a:rPr b="1" lang="en-US" sz="2200" strike="noStrike" u="none">
                          <a:solidFill>
                            <a:srgbClr val="666666"/>
                          </a:solidFill>
                          <a:effectLst/>
                          <a:uFillTx/>
                          <a:latin typeface="Noto Sans"/>
                        </a:rPr>
                        <a:t>                           </a:t>
                      </a:r>
                      <a:r>
                        <a:rPr b="1" lang="en-US" sz="2200" strike="noStrike" u="sng">
                          <a:solidFill>
                            <a:srgbClr val="666666"/>
                          </a:solidFill>
                          <a:effectLst/>
                          <a:uFillTx/>
                          <a:latin typeface="Noto Sans"/>
                        </a:rPr>
                        <a:t>Color</a:t>
                      </a:r>
                      <a:endParaRPr b="0" lang="en-US" sz="2200" strike="noStrike" u="none">
                        <a:solidFill>
                          <a:srgbClr val="000000"/>
                        </a:solidFill>
                        <a:effectLst/>
                        <a:uFillTx/>
                        <a:latin typeface="Arial"/>
                      </a:endParaRPr>
                    </a:p>
                  </a:txBody>
                  <a:tcPr anchor="ctr" marL="90000" marR="90000" marT="46800" marB="46800">
                    <a:lnL w="12240">
                      <a:noFill/>
                      <a:prstDash val="solid"/>
                    </a:lnL>
                    <a:lnR w="12240">
                      <a:noFill/>
                      <a:prstDash val="solid"/>
                    </a:lnR>
                    <a:lnT w="12240">
                      <a:noFill/>
                      <a:prstDash val="solid"/>
                    </a:lnT>
                    <a:lnB w="720">
                      <a:solidFill>
                        <a:srgbClr val="333333"/>
                      </a:solidFill>
                      <a:prstDash val="solid"/>
                    </a:lnB>
                    <a:solidFill>
                      <a:srgbClr val="ffffff"/>
                    </a:solidFill>
                  </a:tcPr>
                </a:tc>
                <a:tc gridSpan="3">
                  <a:txBody>
                    <a:bodyPr lIns="90000" rIns="90000" tIns="46800" bIns="46800" anchor="ctr">
                      <a:noAutofit/>
                    </a:bodyPr>
                    <a:p>
                      <a:endParaRPr b="0" lang="en-US" sz="1800" strike="noStrike" u="none">
                        <a:solidFill>
                          <a:srgbClr val="000000"/>
                        </a:solidFill>
                        <a:effectLst/>
                        <a:uFillTx/>
                        <a:latin typeface="Arial"/>
                      </a:endParaRPr>
                    </a:p>
                  </a:txBody>
                  <a:tcPr anchor="ctr" marL="90000" marR="90000" marT="46800" marB="46800">
                    <a:lnL w="12240">
                      <a:noFill/>
                      <a:prstDash val="solid"/>
                    </a:lnL>
                    <a:lnR w="12240">
                      <a:noFill/>
                      <a:prstDash val="solid"/>
                    </a:lnR>
                    <a:lnT w="12240">
                      <a:noFill/>
                      <a:prstDash val="solid"/>
                    </a:lnT>
                    <a:lnB w="720">
                      <a:solidFill>
                        <a:srgbClr val="333333"/>
                      </a:solidFill>
                      <a:prstDash val="solid"/>
                    </a:lnB>
                    <a:solidFill>
                      <a:srgbClr val="fffff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409320">
                <a:tc gridSpan="4">
                  <a:txBody>
                    <a:bodyPr lIns="90000" rIns="90000" tIns="46800" bIns="46800" anchor="ctr">
                      <a:noAutofit/>
                    </a:bodyPr>
                    <a:p>
                      <a:pPr>
                        <a:lnSpc>
                          <a:spcPct val="115000"/>
                        </a:lnSpc>
                        <a:spcBef>
                          <a:spcPts val="1191"/>
                        </a:spcBef>
                        <a:spcAft>
                          <a:spcPts val="992"/>
                        </a:spcAft>
                      </a:pPr>
                      <a:r>
                        <a:rPr b="1" lang="en-US" sz="2000" strike="noStrike" u="none">
                          <a:solidFill>
                            <a:srgbClr val="666666"/>
                          </a:solidFill>
                          <a:effectLst/>
                          <a:uFillTx/>
                          <a:latin typeface="Noto Sans"/>
                        </a:rPr>
                        <a:t>80 Plus (White)                                       80%                                              ⚪ White</a:t>
                      </a:r>
                      <a:endParaRPr b="0" lang="en-US" sz="2000" strike="noStrike" u="none">
                        <a:solidFill>
                          <a:srgbClr val="000000"/>
                        </a:solidFill>
                        <a:effectLst/>
                        <a:uFillTx/>
                        <a:latin typeface="Arial"/>
                      </a:endParaRPr>
                    </a:p>
                  </a:txBody>
                  <a:tcPr anchor="ctr" marL="90000" marR="90000" marT="46800" marB="46800">
                    <a:lnL w="12240">
                      <a:noFill/>
                      <a:prstDash val="solid"/>
                    </a:lnL>
                    <a:lnR w="12240">
                      <a:noFill/>
                      <a:prstDash val="solid"/>
                    </a:lnR>
                    <a:lnT w="12240">
                      <a:noFill/>
                      <a:prstDash val="solid"/>
                    </a:lnT>
                    <a:lnB w="720">
                      <a:solidFill>
                        <a:srgbClr val="333333"/>
                      </a:solidFill>
                      <a:prstDash val="solid"/>
                    </a:lnB>
                    <a:solidFill>
                      <a:srgbClr val="ffffff"/>
                    </a:solidFill>
                  </a:tcPr>
                </a:tc>
                <a:tc gridSpan="3">
                  <a:txBody>
                    <a:bodyPr lIns="90000" rIns="90000" tIns="46800" bIns="46800" anchor="ctr">
                      <a:noAutofit/>
                    </a:bodyPr>
                    <a:p>
                      <a:endParaRPr b="0" lang="en-US" sz="1800" strike="noStrike" u="none">
                        <a:solidFill>
                          <a:srgbClr val="000000"/>
                        </a:solidFill>
                        <a:effectLst/>
                        <a:uFillTx/>
                        <a:latin typeface="Arial"/>
                      </a:endParaRPr>
                    </a:p>
                  </a:txBody>
                  <a:tcPr anchor="ctr" marL="90000" marR="90000" marT="46800" marB="46800">
                    <a:lnL w="12240">
                      <a:noFill/>
                      <a:prstDash val="solid"/>
                    </a:lnL>
                    <a:lnR w="12240">
                      <a:noFill/>
                      <a:prstDash val="solid"/>
                    </a:lnR>
                    <a:lnT w="12240">
                      <a:noFill/>
                      <a:prstDash val="solid"/>
                    </a:lnT>
                    <a:lnB w="720">
                      <a:solidFill>
                        <a:srgbClr val="333333"/>
                      </a:solidFill>
                      <a:prstDash val="solid"/>
                    </a:lnB>
                    <a:solidFill>
                      <a:srgbClr val="fffff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409320">
                <a:tc gridSpan="4">
                  <a:txBody>
                    <a:bodyPr lIns="90000" rIns="90000" tIns="46800" bIns="46800" anchor="ctr">
                      <a:noAutofit/>
                    </a:bodyPr>
                    <a:p>
                      <a:pPr>
                        <a:lnSpc>
                          <a:spcPct val="115000"/>
                        </a:lnSpc>
                        <a:spcBef>
                          <a:spcPts val="1191"/>
                        </a:spcBef>
                        <a:spcAft>
                          <a:spcPts val="992"/>
                        </a:spcAft>
                      </a:pPr>
                      <a:r>
                        <a:rPr b="1" lang="en-US" sz="2000" strike="noStrike" u="none">
                          <a:solidFill>
                            <a:srgbClr val="666666"/>
                          </a:solidFill>
                          <a:effectLst/>
                          <a:uFillTx/>
                          <a:latin typeface="Noto Sans"/>
                        </a:rPr>
                        <a:t>80 Plus Bronze                                        85%                                              🟤 Bronze</a:t>
                      </a:r>
                      <a:endParaRPr b="0" lang="en-US" sz="2000" strike="noStrike" u="none">
                        <a:solidFill>
                          <a:srgbClr val="000000"/>
                        </a:solidFill>
                        <a:effectLst/>
                        <a:uFillTx/>
                        <a:latin typeface="Arial"/>
                      </a:endParaRPr>
                    </a:p>
                  </a:txBody>
                  <a:tcPr anchor="ctr" marL="90000" marR="90000" marT="46800" marB="46800">
                    <a:lnL w="12240">
                      <a:noFill/>
                      <a:prstDash val="solid"/>
                    </a:lnL>
                    <a:lnR w="12240">
                      <a:noFill/>
                      <a:prstDash val="solid"/>
                    </a:lnR>
                    <a:lnT w="12240">
                      <a:noFill/>
                      <a:prstDash val="solid"/>
                    </a:lnT>
                    <a:lnB w="720">
                      <a:solidFill>
                        <a:srgbClr val="333333"/>
                      </a:solidFill>
                      <a:prstDash val="solid"/>
                    </a:lnB>
                    <a:solidFill>
                      <a:srgbClr val="ffffff"/>
                    </a:solidFill>
                  </a:tcPr>
                </a:tc>
                <a:tc gridSpan="3">
                  <a:txBody>
                    <a:bodyPr lIns="90000" rIns="90000" tIns="46800" bIns="46800" anchor="ctr">
                      <a:noAutofit/>
                    </a:bodyPr>
                    <a:p>
                      <a:endParaRPr b="0" lang="en-US" sz="1800" strike="noStrike" u="none">
                        <a:solidFill>
                          <a:srgbClr val="000000"/>
                        </a:solidFill>
                        <a:effectLst/>
                        <a:uFillTx/>
                        <a:latin typeface="Arial"/>
                      </a:endParaRPr>
                    </a:p>
                  </a:txBody>
                  <a:tcPr anchor="ctr" marL="90000" marR="90000" marT="46800" marB="46800">
                    <a:lnL w="12240">
                      <a:noFill/>
                      <a:prstDash val="solid"/>
                    </a:lnL>
                    <a:lnR w="12240">
                      <a:noFill/>
                      <a:prstDash val="solid"/>
                    </a:lnR>
                    <a:lnT w="12240">
                      <a:noFill/>
                      <a:prstDash val="solid"/>
                    </a:lnT>
                    <a:lnB w="720">
                      <a:solidFill>
                        <a:srgbClr val="333333"/>
                      </a:solidFill>
                      <a:prstDash val="solid"/>
                    </a:lnB>
                    <a:solidFill>
                      <a:srgbClr val="fffff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409320">
                <a:tc gridSpan="4">
                  <a:txBody>
                    <a:bodyPr lIns="90000" rIns="90000" tIns="46800" bIns="46800" anchor="ctr">
                      <a:noAutofit/>
                    </a:bodyPr>
                    <a:p>
                      <a:pPr>
                        <a:lnSpc>
                          <a:spcPct val="115000"/>
                        </a:lnSpc>
                        <a:spcBef>
                          <a:spcPts val="1191"/>
                        </a:spcBef>
                        <a:spcAft>
                          <a:spcPts val="992"/>
                        </a:spcAft>
                      </a:pPr>
                      <a:r>
                        <a:rPr b="1" lang="en-US" sz="2000" strike="noStrike" u="none">
                          <a:solidFill>
                            <a:srgbClr val="666666"/>
                          </a:solidFill>
                          <a:effectLst/>
                          <a:uFillTx/>
                          <a:latin typeface="Noto Sans"/>
                        </a:rPr>
                        <a:t>80 Plus Silver                                           88%                                                ⚪ Silver</a:t>
                      </a:r>
                      <a:endParaRPr b="0" lang="en-US" sz="2000" strike="noStrike" u="none">
                        <a:solidFill>
                          <a:srgbClr val="000000"/>
                        </a:solidFill>
                        <a:effectLst/>
                        <a:uFillTx/>
                        <a:latin typeface="Arial"/>
                      </a:endParaRPr>
                    </a:p>
                  </a:txBody>
                  <a:tcPr anchor="ctr" marL="90000" marR="90000" marT="46800" marB="46800">
                    <a:lnL w="12240">
                      <a:noFill/>
                      <a:prstDash val="solid"/>
                    </a:lnL>
                    <a:lnR w="12240">
                      <a:noFill/>
                      <a:prstDash val="solid"/>
                    </a:lnR>
                    <a:lnT w="12240">
                      <a:noFill/>
                      <a:prstDash val="solid"/>
                    </a:lnT>
                    <a:lnB w="720">
                      <a:solidFill>
                        <a:srgbClr val="333333"/>
                      </a:solidFill>
                      <a:prstDash val="solid"/>
                    </a:lnB>
                    <a:solidFill>
                      <a:srgbClr val="fffff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1594440">
                <a:tc gridSpan="4">
                  <a:txBody>
                    <a:bodyPr lIns="90000" rIns="90000" tIns="46800" bIns="46800" anchor="ctr">
                      <a:noAutofit/>
                    </a:bodyPr>
                    <a:p>
                      <a:pPr>
                        <a:lnSpc>
                          <a:spcPct val="115000"/>
                        </a:lnSpc>
                        <a:spcBef>
                          <a:spcPts val="1191"/>
                        </a:spcBef>
                        <a:spcAft>
                          <a:spcPts val="992"/>
                        </a:spcAft>
                      </a:pPr>
                      <a:r>
                        <a:rPr b="1" lang="en-US" sz="2000" strike="noStrike" u="none">
                          <a:solidFill>
                            <a:srgbClr val="666666"/>
                          </a:solidFill>
                          <a:effectLst/>
                          <a:uFillTx/>
                          <a:latin typeface="Noto Sans"/>
                        </a:rPr>
                        <a:t>80 Plus Gold                                             90%                                                  🟡 Gold</a:t>
                      </a:r>
                      <a:endParaRPr b="0" lang="en-US" sz="2000" strike="noStrike" u="none">
                        <a:solidFill>
                          <a:srgbClr val="000000"/>
                        </a:solidFill>
                        <a:effectLst/>
                        <a:uFillTx/>
                        <a:latin typeface="Arial"/>
                      </a:endParaRPr>
                    </a:p>
                    <a:p>
                      <a:pPr>
                        <a:lnSpc>
                          <a:spcPct val="115000"/>
                        </a:lnSpc>
                        <a:spcBef>
                          <a:spcPts val="1191"/>
                        </a:spcBef>
                        <a:spcAft>
                          <a:spcPts val="992"/>
                        </a:spcAft>
                      </a:pPr>
                      <a:r>
                        <a:rPr b="1" lang="en-US" sz="2000" strike="noStrike" u="none">
                          <a:solidFill>
                            <a:srgbClr val="666666"/>
                          </a:solidFill>
                          <a:effectLst/>
                          <a:uFillTx/>
                          <a:latin typeface="Noto Sans"/>
                        </a:rPr>
                        <a:t>80 Plus Platinum                                    92%                                         ⚪ Platinum</a:t>
                      </a:r>
                      <a:endParaRPr b="0" lang="en-US" sz="2000" strike="noStrike" u="none">
                        <a:solidFill>
                          <a:srgbClr val="000000"/>
                        </a:solidFill>
                        <a:effectLst/>
                        <a:uFillTx/>
                        <a:latin typeface="Arial"/>
                      </a:endParaRPr>
                    </a:p>
                    <a:p>
                      <a:pPr>
                        <a:lnSpc>
                          <a:spcPct val="115000"/>
                        </a:lnSpc>
                        <a:spcBef>
                          <a:spcPts val="1191"/>
                        </a:spcBef>
                        <a:spcAft>
                          <a:spcPts val="992"/>
                        </a:spcAft>
                      </a:pPr>
                      <a:r>
                        <a:rPr b="1" lang="en-US" sz="2000" strike="noStrike" u="none">
                          <a:solidFill>
                            <a:srgbClr val="666666"/>
                          </a:solidFill>
                          <a:effectLst/>
                          <a:uFillTx/>
                          <a:latin typeface="Noto Sans"/>
                        </a:rPr>
                        <a:t>80 Plus Titanium                                    94%                                          ⚫ Titanium</a:t>
                      </a:r>
                      <a:endParaRPr b="0" lang="en-US" sz="2000" strike="noStrike" u="none">
                        <a:solidFill>
                          <a:srgbClr val="000000"/>
                        </a:solidFill>
                        <a:effectLst/>
                        <a:uFillTx/>
                        <a:latin typeface="Arial"/>
                      </a:endParaRPr>
                    </a:p>
                    <a:p>
                      <a:pPr>
                        <a:lnSpc>
                          <a:spcPct val="115000"/>
                        </a:lnSpc>
                        <a:spcBef>
                          <a:spcPts val="1191"/>
                        </a:spcBef>
                        <a:spcAft>
                          <a:spcPts val="992"/>
                        </a:spcAft>
                      </a:pPr>
                      <a:endParaRPr b="0" lang="en-US" sz="2000" strike="noStrike" u="none">
                        <a:solidFill>
                          <a:srgbClr val="000000"/>
                        </a:solidFill>
                        <a:effectLst/>
                        <a:uFillTx/>
                        <a:latin typeface="Arial"/>
                      </a:endParaRPr>
                    </a:p>
                  </a:txBody>
                  <a:tcPr anchor="ctr" marL="90000" marR="90000" marT="46800" marB="46800">
                    <a:lnL w="12240">
                      <a:noFill/>
                      <a:prstDash val="solid"/>
                    </a:lnL>
                    <a:lnR w="12240">
                      <a:noFill/>
                      <a:prstDash val="solid"/>
                    </a:lnR>
                    <a:lnT w="12240">
                      <a:noFill/>
                      <a:prstDash val="solid"/>
                    </a:lnT>
                    <a:lnB w="720">
                      <a:solidFill>
                        <a:srgbClr val="333333"/>
                      </a:solidFill>
                      <a:prstDash val="solid"/>
                    </a:lnB>
                    <a:solidFill>
                      <a:srgbClr val="fffff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368280">
                <a:tc>
                  <a:txBody>
                    <a:bodyPr lIns="90000" rIns="90000" tIns="46800" bIns="46800" anchor="ctr">
                      <a:noAutofit/>
                    </a:bodyPr>
                    <a:p>
                      <a:endParaRPr b="0" lang="en-US" sz="1800" strike="noStrike" u="none">
                        <a:solidFill>
                          <a:srgbClr val="000000"/>
                        </a:solidFill>
                        <a:effectLst/>
                        <a:uFillTx/>
                        <a:latin typeface="Arial"/>
                      </a:endParaRPr>
                    </a:p>
                  </a:txBody>
                  <a:tcPr anchor="ctr" marL="90000" marR="90000" marT="46800" marB="46800">
                    <a:lnL w="12240">
                      <a:noFill/>
                      <a:prstDash val="solid"/>
                    </a:lnL>
                    <a:lnR w="12240">
                      <a:noFill/>
                      <a:prstDash val="solid"/>
                    </a:lnR>
                    <a:lnT w="720">
                      <a:solidFill>
                        <a:srgbClr val="333333"/>
                      </a:solidFill>
                      <a:prstDash val="solid"/>
                    </a:lnT>
                    <a:lnB w="12240">
                      <a:noFill/>
                      <a:prstDash val="solid"/>
                    </a:lnB>
                    <a:solidFill>
                      <a:srgbClr val="ffffff"/>
                    </a:solidFill>
                  </a:tcPr>
                </a:tc>
                <a:tc>
                  <a:txBody>
                    <a:bodyPr lIns="90000" rIns="90000" tIns="46800" bIns="46800" anchor="ctr">
                      <a:noAutofit/>
                    </a:bodyPr>
                    <a:p>
                      <a:endParaRPr b="0" lang="en-US" sz="1800" strike="noStrike" u="none">
                        <a:solidFill>
                          <a:srgbClr val="000000"/>
                        </a:solidFill>
                        <a:effectLst/>
                        <a:uFillTx/>
                        <a:latin typeface="Arial"/>
                      </a:endParaRPr>
                    </a:p>
                  </a:txBody>
                  <a:tcPr anchor="ctr" marL="90000" marR="90000" marT="46800" marB="46800">
                    <a:lnL w="12240">
                      <a:noFill/>
                      <a:prstDash val="solid"/>
                    </a:lnL>
                    <a:lnR w="12240">
                      <a:noFill/>
                      <a:prstDash val="solid"/>
                    </a:lnR>
                    <a:lnT w="720">
                      <a:solidFill>
                        <a:srgbClr val="333333"/>
                      </a:solidFill>
                      <a:prstDash val="solid"/>
                    </a:lnT>
                    <a:lnB w="12240">
                      <a:noFill/>
                      <a:prstDash val="solid"/>
                    </a:lnB>
                    <a:solidFill>
                      <a:srgbClr val="ffffff"/>
                    </a:solidFill>
                  </a:tcPr>
                </a:tc>
                <a:tc>
                  <a:txBody>
                    <a:bodyPr lIns="90000" rIns="90000" tIns="46800" bIns="46800" anchor="ctr">
                      <a:noAutofit/>
                    </a:bodyPr>
                    <a:p>
                      <a:endParaRPr b="0" lang="en-US" sz="1800" strike="noStrike" u="none">
                        <a:solidFill>
                          <a:srgbClr val="000000"/>
                        </a:solidFill>
                        <a:effectLst/>
                        <a:uFillTx/>
                        <a:latin typeface="Arial"/>
                      </a:endParaRPr>
                    </a:p>
                  </a:txBody>
                  <a:tcPr anchor="ctr" marL="90000" marR="90000" marT="46800" marB="46800">
                    <a:lnL w="12240">
                      <a:noFill/>
                      <a:prstDash val="solid"/>
                    </a:lnL>
                    <a:lnR w="12240">
                      <a:noFill/>
                      <a:prstDash val="solid"/>
                    </a:lnR>
                    <a:lnT w="720">
                      <a:solidFill>
                        <a:srgbClr val="333333"/>
                      </a:solidFill>
                      <a:prstDash val="solid"/>
                    </a:lnT>
                    <a:lnB w="12240">
                      <a:noFill/>
                      <a:prstDash val="solid"/>
                    </a:lnB>
                    <a:solidFill>
                      <a:srgbClr val="ffffff"/>
                    </a:solidFill>
                  </a:tcPr>
                </a:tc>
                <a:tc>
                  <a:txBody>
                    <a:bodyPr lIns="90000" rIns="90000" tIns="46800" bIns="46800" anchor="ctr">
                      <a:noAutofit/>
                    </a:bodyPr>
                    <a:p>
                      <a:endParaRPr b="0" lang="en-US" sz="1800" strike="noStrike" u="none">
                        <a:solidFill>
                          <a:srgbClr val="000000"/>
                        </a:solidFill>
                        <a:effectLst/>
                        <a:uFillTx/>
                        <a:latin typeface="Arial"/>
                      </a:endParaRPr>
                    </a:p>
                  </a:txBody>
                  <a:tcPr anchor="ctr" marL="90000" marR="90000" marT="46800" marB="46800">
                    <a:lnL w="12240">
                      <a:noFill/>
                      <a:prstDash val="solid"/>
                    </a:lnL>
                    <a:lnR w="12240">
                      <a:noFill/>
                      <a:prstDash val="solid"/>
                    </a:lnR>
                    <a:lnT w="720">
                      <a:solidFill>
                        <a:srgbClr val="333333"/>
                      </a:solidFill>
                      <a:prstDash val="solid"/>
                    </a:lnT>
                    <a:lnB w="12240">
                      <a:noFill/>
                      <a:prstDash val="solid"/>
                    </a:lnB>
                    <a:solidFill>
                      <a:srgbClr val="ffffff"/>
                    </a:solidFill>
                  </a:tcPr>
                </a:tc>
              </a:tr>
            </a:tbl>
          </a:graphicData>
        </a:graphic>
      </p:graphicFrame>
      <p:sp>
        <p:nvSpPr>
          <p:cNvPr id="132" name="PlaceHolder 1"/>
          <p:cNvSpPr>
            <a:spLocks noGrp="1"/>
          </p:cNvSpPr>
          <p:nvPr>
            <p:ph type="title"/>
          </p:nvPr>
        </p:nvSpPr>
        <p:spPr>
          <a:xfrm>
            <a:off x="503640" y="239760"/>
            <a:ext cx="9070560" cy="1199160"/>
          </a:xfrm>
          <a:prstGeom prst="rect">
            <a:avLst/>
          </a:prstGeom>
          <a:noFill/>
          <a:ln w="0">
            <a:noFill/>
          </a:ln>
        </p:spPr>
        <p:txBody>
          <a:bodyPr lIns="0" rIns="0" tIns="0" bIns="0" anchor="ctr">
            <a:normAutofit/>
          </a:bodyPr>
          <a:p>
            <a:pPr indent="0">
              <a:lnSpc>
                <a:spcPct val="100000"/>
              </a:lnSpc>
              <a:spcBef>
                <a:spcPts val="1191"/>
              </a:spcBef>
              <a:spcAft>
                <a:spcPts val="992"/>
              </a:spcAft>
              <a:buNone/>
              <a:tabLst>
                <a:tab algn="l" pos="0"/>
              </a:tabLst>
            </a:pPr>
            <a:r>
              <a:rPr b="0" lang="en-US" sz="3200" strike="noStrike" u="none">
                <a:solidFill>
                  <a:srgbClr val="000000"/>
                </a:solidFill>
                <a:effectLst/>
                <a:uFillTx/>
                <a:latin typeface="Arial"/>
              </a:rPr>
              <a:t>Choosing the Right Wattage:</a:t>
            </a:r>
            <a:endParaRPr b="0" lang="en-US" sz="3200" strike="noStrike" u="none">
              <a:solidFill>
                <a:srgbClr val="000000"/>
              </a:solidFill>
              <a:effectLst/>
              <a:uFillTx/>
              <a:latin typeface="Arial"/>
            </a:endParaRPr>
          </a:p>
        </p:txBody>
      </p:sp>
    </p:spTree>
  </p:cSld>
  <p:transition>
    <p:strips dir="ld"/>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2514240" y="218520"/>
            <a:ext cx="7314480" cy="1304640"/>
          </a:xfrm>
          <a:prstGeom prst="rect">
            <a:avLst/>
          </a:prstGeom>
          <a:noFill/>
          <a:ln w="0">
            <a:noFill/>
          </a:ln>
        </p:spPr>
        <p:txBody>
          <a:bodyPr lIns="0" rIns="0" tIns="0" bIns="0" anchor="ctr">
            <a:normAutofit fontScale="85000" lnSpcReduction="9999"/>
          </a:bodyPr>
          <a:p>
            <a:pPr indent="0">
              <a:lnSpc>
                <a:spcPct val="100000"/>
              </a:lnSpc>
              <a:spcBef>
                <a:spcPts val="1191"/>
              </a:spcBef>
              <a:spcAft>
                <a:spcPts val="992"/>
              </a:spcAft>
              <a:buNone/>
              <a:tabLst>
                <a:tab algn="l" pos="0"/>
              </a:tabLst>
            </a:pPr>
            <a:r>
              <a:rPr b="0" lang="en-US" sz="7200" strike="noStrike" u="none">
                <a:solidFill>
                  <a:srgbClr val="3465a4"/>
                </a:solidFill>
                <a:effectLst/>
                <a:uFillTx/>
                <a:latin typeface="Arial"/>
              </a:rPr>
              <a:t>Which One is Best?</a:t>
            </a:r>
            <a:endParaRPr b="0" lang="en-US" sz="7200" strike="noStrike" u="none">
              <a:solidFill>
                <a:srgbClr val="000000"/>
              </a:solidFill>
              <a:effectLst/>
              <a:uFillTx/>
              <a:latin typeface="Arial"/>
            </a:endParaRPr>
          </a:p>
        </p:txBody>
      </p:sp>
      <p:sp>
        <p:nvSpPr>
          <p:cNvPr id="134" name=""/>
          <p:cNvSpPr/>
          <p:nvPr/>
        </p:nvSpPr>
        <p:spPr>
          <a:xfrm>
            <a:off x="2514240" y="2031480"/>
            <a:ext cx="7477200" cy="2783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spcBef>
                <a:spcPts val="1191"/>
              </a:spcBef>
              <a:spcAft>
                <a:spcPts val="992"/>
              </a:spcAft>
            </a:pPr>
            <a:r>
              <a:rPr b="1" lang="en-US" sz="2200" strike="noStrike" u="sng">
                <a:solidFill>
                  <a:srgbClr val="000000"/>
                </a:solidFill>
                <a:effectLst/>
                <a:uFillTx/>
                <a:latin typeface="Arial"/>
              </a:rPr>
              <a:t>Best Overall</a:t>
            </a:r>
            <a:r>
              <a:rPr b="0" lang="en-US" sz="2000" strike="noStrike" u="none">
                <a:solidFill>
                  <a:srgbClr val="000000"/>
                </a:solidFill>
                <a:effectLst/>
                <a:uFillTx/>
                <a:latin typeface="Arial"/>
              </a:rPr>
              <a:t>: 80 Plus Gold or Platinum PSUs — very efficient </a:t>
            </a:r>
            <a:endParaRPr b="0" lang="en-US" sz="2000" strike="noStrike" u="none">
              <a:solidFill>
                <a:srgbClr val="000000"/>
              </a:solidFill>
              <a:effectLst/>
              <a:uFillTx/>
              <a:latin typeface="Arial"/>
            </a:endParaRPr>
          </a:p>
          <a:p>
            <a:pPr>
              <a:lnSpc>
                <a:spcPct val="100000"/>
              </a:lnSpc>
              <a:spcBef>
                <a:spcPts val="1191"/>
              </a:spcBef>
              <a:spcAft>
                <a:spcPts val="992"/>
              </a:spcAft>
            </a:pPr>
            <a:r>
              <a:rPr b="0" lang="en-US" sz="2000" strike="noStrike" u="none">
                <a:solidFill>
                  <a:srgbClr val="000000"/>
                </a:solidFill>
                <a:effectLst/>
                <a:uFillTx/>
                <a:latin typeface="Arial"/>
              </a:rPr>
              <a:t>And reliable.</a:t>
            </a:r>
            <a:endParaRPr b="0" lang="en-US" sz="2000" strike="noStrike" u="none">
              <a:solidFill>
                <a:srgbClr val="000000"/>
              </a:solidFill>
              <a:effectLst/>
              <a:uFillTx/>
              <a:latin typeface="Arial"/>
            </a:endParaRPr>
          </a:p>
          <a:p>
            <a:pPr>
              <a:lnSpc>
                <a:spcPct val="100000"/>
              </a:lnSpc>
              <a:spcBef>
                <a:spcPts val="1191"/>
              </a:spcBef>
              <a:spcAft>
                <a:spcPts val="992"/>
              </a:spcAft>
            </a:pPr>
            <a:r>
              <a:rPr b="1" lang="en-US" sz="2200" strike="noStrike" u="sng">
                <a:solidFill>
                  <a:srgbClr val="000000"/>
                </a:solidFill>
                <a:effectLst/>
                <a:uFillTx/>
                <a:latin typeface="Arial"/>
              </a:rPr>
              <a:t>Best for Budget Users</a:t>
            </a:r>
            <a:r>
              <a:rPr b="0" lang="en-US" sz="2000" strike="noStrike" u="none">
                <a:solidFill>
                  <a:srgbClr val="000000"/>
                </a:solidFill>
                <a:effectLst/>
                <a:uFillTx/>
                <a:latin typeface="Arial"/>
              </a:rPr>
              <a:t>: 80 Plus Bronze — affordable, reliable</a:t>
            </a:r>
            <a:endParaRPr b="0" lang="en-US" sz="2000" strike="noStrike" u="none">
              <a:solidFill>
                <a:srgbClr val="000000"/>
              </a:solidFill>
              <a:effectLst/>
              <a:uFillTx/>
              <a:latin typeface="Arial"/>
            </a:endParaRPr>
          </a:p>
          <a:p>
            <a:pPr>
              <a:lnSpc>
                <a:spcPct val="100000"/>
              </a:lnSpc>
              <a:spcBef>
                <a:spcPts val="1191"/>
              </a:spcBef>
              <a:spcAft>
                <a:spcPts val="992"/>
              </a:spcAft>
            </a:pPr>
            <a:r>
              <a:rPr b="0" lang="en-US" sz="2000" strike="noStrike" u="none">
                <a:solidFill>
                  <a:srgbClr val="000000"/>
                </a:solidFill>
                <a:effectLst/>
                <a:uFillTx/>
                <a:latin typeface="Arial"/>
              </a:rPr>
              <a:t>for non-gaming PCs.</a:t>
            </a:r>
            <a:endParaRPr b="0" lang="en-US" sz="2000" strike="noStrike" u="none">
              <a:solidFill>
                <a:srgbClr val="000000"/>
              </a:solidFill>
              <a:effectLst/>
              <a:uFillTx/>
              <a:latin typeface="Arial"/>
            </a:endParaRPr>
          </a:p>
          <a:p>
            <a:pPr>
              <a:lnSpc>
                <a:spcPct val="100000"/>
              </a:lnSpc>
              <a:spcBef>
                <a:spcPts val="1191"/>
              </a:spcBef>
              <a:spcAft>
                <a:spcPts val="992"/>
              </a:spcAft>
            </a:pPr>
            <a:endParaRPr b="0" lang="en-US" sz="2000" strike="noStrike" u="none">
              <a:solidFill>
                <a:srgbClr val="000000"/>
              </a:solidFill>
              <a:effectLst/>
              <a:uFillTx/>
              <a:latin typeface="Arial"/>
            </a:endParaRPr>
          </a:p>
        </p:txBody>
      </p:sp>
    </p:spTree>
  </p:cSld>
  <p:transition>
    <p:wedg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2514240" y="218520"/>
            <a:ext cx="7314480" cy="1304640"/>
          </a:xfrm>
          <a:prstGeom prst="rect">
            <a:avLst/>
          </a:prstGeom>
          <a:noFill/>
          <a:ln w="0">
            <a:noFill/>
          </a:ln>
        </p:spPr>
        <p:txBody>
          <a:bodyPr lIns="0" rIns="0" tIns="0" bIns="0" anchor="ctr">
            <a:normAutofit/>
          </a:bodyPr>
          <a:p>
            <a:pPr indent="0">
              <a:lnSpc>
                <a:spcPct val="100000"/>
              </a:lnSpc>
              <a:spcBef>
                <a:spcPts val="1191"/>
              </a:spcBef>
              <a:spcAft>
                <a:spcPts val="992"/>
              </a:spcAft>
              <a:buNone/>
              <a:tabLst>
                <a:tab algn="l" pos="0"/>
              </a:tabLst>
            </a:pPr>
            <a:r>
              <a:rPr b="0" lang="en-US" sz="6120" strike="noStrike" u="none">
                <a:solidFill>
                  <a:srgbClr val="3465a4"/>
                </a:solidFill>
                <a:effectLst/>
                <a:uFillTx/>
                <a:latin typeface="Arial"/>
              </a:rPr>
              <a:t>Best PSU Brands</a:t>
            </a:r>
            <a:endParaRPr b="0" lang="en-US" sz="6120" strike="noStrike" u="none">
              <a:solidFill>
                <a:srgbClr val="000000"/>
              </a:solidFill>
              <a:effectLst/>
              <a:uFillTx/>
              <a:latin typeface="Arial"/>
            </a:endParaRPr>
          </a:p>
        </p:txBody>
      </p:sp>
      <p:sp>
        <p:nvSpPr>
          <p:cNvPr id="136" name=""/>
          <p:cNvSpPr/>
          <p:nvPr/>
        </p:nvSpPr>
        <p:spPr>
          <a:xfrm>
            <a:off x="4114800" y="1600200"/>
            <a:ext cx="2152800" cy="3487320"/>
          </a:xfrm>
          <a:prstGeom prst="rect">
            <a:avLst/>
          </a:prstGeom>
          <a:noFill/>
          <a:ln w="0">
            <a:noFill/>
          </a:ln>
        </p:spPr>
        <p:style>
          <a:lnRef idx="0"/>
          <a:fillRef idx="0"/>
          <a:effectRef idx="0"/>
          <a:fontRef idx="minor"/>
        </p:style>
        <p:txBody>
          <a:bodyPr wrap="none" lIns="90000" rIns="90000" tIns="45000" bIns="45000" anchor="t">
            <a:spAutoFit/>
          </a:bodyPr>
          <a:p>
            <a:pPr marL="216000" indent="-216000">
              <a:lnSpc>
                <a:spcPct val="100000"/>
              </a:lnSpc>
              <a:spcBef>
                <a:spcPts val="1191"/>
              </a:spcBef>
              <a:spcAft>
                <a:spcPts val="992"/>
              </a:spcAft>
              <a:buClr>
                <a:srgbClr val="000000"/>
              </a:buClr>
              <a:buFont typeface="Wingdings" charset="2"/>
              <a:buChar char=""/>
            </a:pPr>
            <a:r>
              <a:rPr b="0" lang="en-US" sz="2200" strike="noStrike" u="none">
                <a:solidFill>
                  <a:srgbClr val="000000"/>
                </a:solidFill>
                <a:effectLst/>
                <a:uFillTx/>
                <a:latin typeface="Arial"/>
              </a:rPr>
              <a:t>Corsair</a:t>
            </a:r>
            <a:endParaRPr b="0" lang="en-US" sz="2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Font typeface="Wingdings" charset="2"/>
              <a:buChar char=""/>
            </a:pPr>
            <a:r>
              <a:rPr b="0" lang="en-US" sz="2200" strike="noStrike" u="none">
                <a:solidFill>
                  <a:srgbClr val="000000"/>
                </a:solidFill>
                <a:effectLst/>
                <a:uFillTx/>
                <a:latin typeface="Arial"/>
              </a:rPr>
              <a:t>Cooler Master</a:t>
            </a:r>
            <a:endParaRPr b="0" lang="en-US" sz="2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Font typeface="Wingdings" charset="2"/>
              <a:buChar char=""/>
            </a:pPr>
            <a:r>
              <a:rPr b="0" lang="en-US" sz="2200" strike="noStrike" u="none">
                <a:solidFill>
                  <a:srgbClr val="000000"/>
                </a:solidFill>
                <a:effectLst/>
                <a:uFillTx/>
                <a:latin typeface="Arial"/>
              </a:rPr>
              <a:t>EVGA</a:t>
            </a:r>
            <a:endParaRPr b="0" lang="en-US" sz="2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Font typeface="Wingdings" charset="2"/>
              <a:buChar char=""/>
            </a:pPr>
            <a:r>
              <a:rPr b="0" lang="en-US" sz="2200" strike="noStrike" u="none">
                <a:solidFill>
                  <a:srgbClr val="000000"/>
                </a:solidFill>
                <a:effectLst/>
                <a:uFillTx/>
                <a:latin typeface="Arial"/>
              </a:rPr>
              <a:t>Seasonic</a:t>
            </a:r>
            <a:endParaRPr b="0" lang="en-US" sz="2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Font typeface="Wingdings" charset="2"/>
              <a:buChar char=""/>
            </a:pPr>
            <a:r>
              <a:rPr b="0" lang="en-US" sz="2200" strike="noStrike" u="none">
                <a:solidFill>
                  <a:srgbClr val="000000"/>
                </a:solidFill>
                <a:effectLst/>
                <a:uFillTx/>
                <a:latin typeface="Arial"/>
              </a:rPr>
              <a:t>Antec</a:t>
            </a:r>
            <a:endParaRPr b="0" lang="en-US" sz="2200" strike="noStrike" u="none">
              <a:solidFill>
                <a:srgbClr val="000000"/>
              </a:solidFill>
              <a:effectLst/>
              <a:uFillTx/>
              <a:latin typeface="Arial"/>
            </a:endParaRPr>
          </a:p>
          <a:p>
            <a:pPr marL="216000" indent="-216000">
              <a:lnSpc>
                <a:spcPct val="100000"/>
              </a:lnSpc>
              <a:spcBef>
                <a:spcPts val="1191"/>
              </a:spcBef>
              <a:spcAft>
                <a:spcPts val="992"/>
              </a:spcAft>
              <a:buClr>
                <a:srgbClr val="000000"/>
              </a:buClr>
              <a:buFont typeface="Wingdings" charset="2"/>
              <a:buChar char=""/>
            </a:pPr>
            <a:r>
              <a:rPr b="0" lang="en-US" sz="2200" strike="noStrike" u="none">
                <a:solidFill>
                  <a:srgbClr val="000000"/>
                </a:solidFill>
                <a:effectLst/>
                <a:uFillTx/>
                <a:latin typeface="Arial"/>
              </a:rPr>
              <a:t>Thermaltake</a:t>
            </a:r>
            <a:endParaRPr b="0" lang="en-US" sz="2200" strike="noStrike" u="none">
              <a:solidFill>
                <a:srgbClr val="000000"/>
              </a:solidFill>
              <a:effectLst/>
              <a:uFillTx/>
              <a:latin typeface="Arial"/>
            </a:endParaRPr>
          </a:p>
        </p:txBody>
      </p:sp>
    </p:spTree>
  </p:cSld>
  <p:transition>
    <p:pull dir="d"/>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2514240" y="218520"/>
            <a:ext cx="7314480" cy="1304640"/>
          </a:xfrm>
          <a:prstGeom prst="rect">
            <a:avLst/>
          </a:prstGeom>
          <a:noFill/>
          <a:ln w="0">
            <a:noFill/>
          </a:ln>
        </p:spPr>
        <p:txBody>
          <a:bodyPr lIns="0" rIns="0" tIns="0" bIns="0" anchor="ctr">
            <a:normAutofit fontScale="47500" lnSpcReduction="19999"/>
          </a:bodyPr>
          <a:p>
            <a:pPr indent="0">
              <a:lnSpc>
                <a:spcPct val="100000"/>
              </a:lnSpc>
              <a:spcBef>
                <a:spcPts val="1191"/>
              </a:spcBef>
              <a:spcAft>
                <a:spcPts val="992"/>
              </a:spcAft>
              <a:buNone/>
              <a:tabLst>
                <a:tab algn="l" pos="0"/>
              </a:tabLst>
            </a:pPr>
            <a:r>
              <a:rPr b="0" lang="en-US" sz="7200" strike="noStrike" u="none">
                <a:solidFill>
                  <a:srgbClr val="3465a4"/>
                </a:solidFill>
                <a:effectLst/>
                <a:uFillTx/>
                <a:latin typeface="Arial"/>
              </a:rPr>
              <a:t>My Personal Choice;</a:t>
            </a:r>
            <a:br>
              <a:rPr sz="7200"/>
            </a:br>
            <a:r>
              <a:rPr b="0" lang="en-US" sz="7200" strike="noStrike" u="none">
                <a:solidFill>
                  <a:srgbClr val="3465a4"/>
                </a:solidFill>
                <a:effectLst/>
                <a:uFillTx/>
                <a:latin typeface="Arial"/>
              </a:rPr>
              <a:t>For My System (i3 10th Gen + Intel UHD Graphics):</a:t>
            </a:r>
            <a:endParaRPr b="0" lang="en-US" sz="7200" strike="noStrike" u="none">
              <a:solidFill>
                <a:srgbClr val="000000"/>
              </a:solidFill>
              <a:effectLst/>
              <a:uFillTx/>
              <a:latin typeface="Arial"/>
            </a:endParaRPr>
          </a:p>
        </p:txBody>
      </p:sp>
      <p:sp>
        <p:nvSpPr>
          <p:cNvPr id="138" name=""/>
          <p:cNvSpPr/>
          <p:nvPr/>
        </p:nvSpPr>
        <p:spPr>
          <a:xfrm>
            <a:off x="2495880" y="1828800"/>
            <a:ext cx="5047920" cy="47120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spcBef>
                <a:spcPts val="1191"/>
              </a:spcBef>
              <a:spcAft>
                <a:spcPts val="992"/>
              </a:spcAft>
            </a:pPr>
            <a:r>
              <a:rPr b="0" lang="en-US" sz="2200" strike="noStrike" u="none">
                <a:solidFill>
                  <a:srgbClr val="000000"/>
                </a:solidFill>
                <a:effectLst/>
                <a:uFillTx/>
                <a:latin typeface="Arial"/>
              </a:rPr>
              <a:t>I would personally choose a:</a:t>
            </a:r>
            <a:endParaRPr b="0" lang="en-US" sz="2200" strike="noStrike" u="none">
              <a:solidFill>
                <a:srgbClr val="000000"/>
              </a:solidFill>
              <a:effectLst/>
              <a:uFillTx/>
              <a:latin typeface="Arial"/>
            </a:endParaRPr>
          </a:p>
          <a:p>
            <a:pPr>
              <a:lnSpc>
                <a:spcPct val="100000"/>
              </a:lnSpc>
              <a:spcBef>
                <a:spcPts val="1191"/>
              </a:spcBef>
              <a:spcAft>
                <a:spcPts val="992"/>
              </a:spcAft>
            </a:pPr>
            <a:r>
              <a:rPr b="0" lang="en-US" sz="2200" strike="noStrike" u="none">
                <a:solidFill>
                  <a:srgbClr val="000000"/>
                </a:solidFill>
                <a:effectLst/>
                <a:uFillTx/>
                <a:latin typeface="Arial"/>
              </a:rPr>
              <a:t>Corsair CV450 (80 Plus Bronze, 450W)</a:t>
            </a:r>
            <a:endParaRPr b="0" lang="en-US" sz="2200" strike="noStrike" u="none">
              <a:solidFill>
                <a:srgbClr val="000000"/>
              </a:solidFill>
              <a:effectLst/>
              <a:uFillTx/>
              <a:latin typeface="Arial"/>
            </a:endParaRPr>
          </a:p>
          <a:p>
            <a:pPr>
              <a:lnSpc>
                <a:spcPct val="100000"/>
              </a:lnSpc>
              <a:spcBef>
                <a:spcPts val="1191"/>
              </a:spcBef>
              <a:spcAft>
                <a:spcPts val="992"/>
              </a:spcAft>
            </a:pPr>
            <a:r>
              <a:rPr b="0" lang="en-US" sz="2200" strike="noStrike" u="none">
                <a:solidFill>
                  <a:srgbClr val="000000"/>
                </a:solidFill>
                <a:effectLst/>
                <a:uFillTx/>
                <a:latin typeface="Arial"/>
              </a:rPr>
              <a:t>or Cooler Master MWE 450 Bronze V2</a:t>
            </a:r>
            <a:endParaRPr b="0" lang="en-US" sz="2200" strike="noStrike" u="none">
              <a:solidFill>
                <a:srgbClr val="000000"/>
              </a:solidFill>
              <a:effectLst/>
              <a:uFillTx/>
              <a:latin typeface="Arial"/>
            </a:endParaRPr>
          </a:p>
          <a:p>
            <a:pPr>
              <a:lnSpc>
                <a:spcPct val="100000"/>
              </a:lnSpc>
              <a:spcBef>
                <a:spcPts val="1191"/>
              </a:spcBef>
              <a:spcAft>
                <a:spcPts val="992"/>
              </a:spcAft>
            </a:pPr>
            <a:r>
              <a:rPr b="0" lang="en-US" sz="2200" strike="noStrike" u="none">
                <a:solidFill>
                  <a:srgbClr val="000000"/>
                </a:solidFill>
                <a:effectLst/>
                <a:uFillTx/>
                <a:latin typeface="Arial"/>
              </a:rPr>
              <a:t>✅ Efficient</a:t>
            </a:r>
            <a:endParaRPr b="0" lang="en-US" sz="2200" strike="noStrike" u="none">
              <a:solidFill>
                <a:srgbClr val="000000"/>
              </a:solidFill>
              <a:effectLst/>
              <a:uFillTx/>
              <a:latin typeface="Arial"/>
            </a:endParaRPr>
          </a:p>
          <a:p>
            <a:pPr>
              <a:lnSpc>
                <a:spcPct val="100000"/>
              </a:lnSpc>
              <a:spcBef>
                <a:spcPts val="1191"/>
              </a:spcBef>
              <a:spcAft>
                <a:spcPts val="992"/>
              </a:spcAft>
            </a:pPr>
            <a:r>
              <a:rPr b="0" lang="en-US" sz="2200" strike="noStrike" u="none">
                <a:solidFill>
                  <a:srgbClr val="000000"/>
                </a:solidFill>
                <a:effectLst/>
                <a:uFillTx/>
                <a:latin typeface="Arial"/>
              </a:rPr>
              <a:t>✅ Reliable</a:t>
            </a:r>
            <a:endParaRPr b="0" lang="en-US" sz="2200" strike="noStrike" u="none">
              <a:solidFill>
                <a:srgbClr val="000000"/>
              </a:solidFill>
              <a:effectLst/>
              <a:uFillTx/>
              <a:latin typeface="Arial"/>
            </a:endParaRPr>
          </a:p>
          <a:p>
            <a:pPr>
              <a:lnSpc>
                <a:spcPct val="100000"/>
              </a:lnSpc>
              <a:spcBef>
                <a:spcPts val="1191"/>
              </a:spcBef>
              <a:spcAft>
                <a:spcPts val="992"/>
              </a:spcAft>
            </a:pPr>
            <a:r>
              <a:rPr b="0" lang="en-US" sz="2200" strike="noStrike" u="none">
                <a:solidFill>
                  <a:srgbClr val="000000"/>
                </a:solidFill>
                <a:effectLst/>
                <a:uFillTx/>
                <a:latin typeface="Arial"/>
              </a:rPr>
              <a:t>✅ Quiet</a:t>
            </a:r>
            <a:endParaRPr b="0" lang="en-US" sz="2200" strike="noStrike" u="none">
              <a:solidFill>
                <a:srgbClr val="000000"/>
              </a:solidFill>
              <a:effectLst/>
              <a:uFillTx/>
              <a:latin typeface="Arial"/>
            </a:endParaRPr>
          </a:p>
          <a:p>
            <a:pPr>
              <a:lnSpc>
                <a:spcPct val="100000"/>
              </a:lnSpc>
              <a:spcBef>
                <a:spcPts val="1191"/>
              </a:spcBef>
              <a:spcAft>
                <a:spcPts val="992"/>
              </a:spcAft>
            </a:pPr>
            <a:r>
              <a:rPr b="0" lang="en-US" sz="2200" strike="noStrike" u="none">
                <a:solidFill>
                  <a:srgbClr val="000000"/>
                </a:solidFill>
                <a:effectLst/>
                <a:uFillTx/>
                <a:latin typeface="Arial"/>
              </a:rPr>
              <a:t>✅ Affordable</a:t>
            </a:r>
            <a:endParaRPr b="0" lang="en-US" sz="2200" strike="noStrike" u="none">
              <a:solidFill>
                <a:srgbClr val="000000"/>
              </a:solidFill>
              <a:effectLst/>
              <a:uFillTx/>
              <a:latin typeface="Arial"/>
            </a:endParaRPr>
          </a:p>
          <a:p>
            <a:pPr>
              <a:lnSpc>
                <a:spcPct val="100000"/>
              </a:lnSpc>
              <a:spcBef>
                <a:spcPts val="1191"/>
              </a:spcBef>
              <a:spcAft>
                <a:spcPts val="992"/>
              </a:spcAft>
            </a:pPr>
            <a:endParaRPr b="0" lang="en-US" sz="2200" strike="noStrike" u="none">
              <a:solidFill>
                <a:srgbClr val="000000"/>
              </a:solidFill>
              <a:effectLst/>
              <a:uFillTx/>
              <a:latin typeface="Arial"/>
            </a:endParaRPr>
          </a:p>
        </p:txBody>
      </p:sp>
    </p:spTree>
  </p:cSld>
  <p:transition>
    <p:wipe dir="u"/>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
          <p:cNvSpPr/>
          <p:nvPr/>
        </p:nvSpPr>
        <p:spPr>
          <a:xfrm>
            <a:off x="0" y="3679200"/>
            <a:ext cx="10078560" cy="799200"/>
          </a:xfrm>
          <a:prstGeom prst="rect">
            <a:avLst/>
          </a:prstGeom>
          <a:solidFill>
            <a:srgbClr val="ffffff">
              <a:alpha val="50000"/>
            </a:srgbClr>
          </a:solidFill>
          <a:ln w="0">
            <a:noFill/>
          </a:ln>
        </p:spPr>
        <p:style>
          <a:lnRef idx="0"/>
          <a:fillRef idx="0"/>
          <a:effectRef idx="0"/>
          <a:fontRef idx="minor"/>
        </p:style>
        <p:txBody>
          <a:bodyPr wrap="none" lIns="0" rIns="0" tIns="0" bIns="0" anchor="ctr">
            <a:noAutofit/>
          </a:bodyPr>
          <a:p>
            <a:pPr algn="ctr">
              <a:lnSpc>
                <a:spcPct val="100000"/>
              </a:lnSpc>
            </a:pPr>
            <a:endParaRPr b="0" lang="en-US" sz="1800" strike="noStrike" u="none">
              <a:solidFill>
                <a:srgbClr val="000000"/>
              </a:solidFill>
              <a:effectLst/>
              <a:uFillTx/>
              <a:latin typeface="Noto Sans"/>
              <a:ea typeface="DejaVu Sans"/>
            </a:endParaRPr>
          </a:p>
        </p:txBody>
      </p:sp>
      <p:sp>
        <p:nvSpPr>
          <p:cNvPr id="140" name="PlaceHolder 1"/>
          <p:cNvSpPr>
            <a:spLocks noGrp="1"/>
          </p:cNvSpPr>
          <p:nvPr>
            <p:ph type="title"/>
          </p:nvPr>
        </p:nvSpPr>
        <p:spPr>
          <a:xfrm>
            <a:off x="719640" y="639720"/>
            <a:ext cx="8638560" cy="2799000"/>
          </a:xfrm>
          <a:prstGeom prst="rect">
            <a:avLst/>
          </a:prstGeom>
          <a:noFill/>
          <a:ln w="0">
            <a:noFill/>
          </a:ln>
        </p:spPr>
        <p:txBody>
          <a:bodyPr lIns="0" rIns="0" tIns="0" bIns="0" anchor="ctr">
            <a:normAutofit/>
          </a:bodyPr>
          <a:p>
            <a:pPr indent="0">
              <a:lnSpc>
                <a:spcPct val="100000"/>
              </a:lnSpc>
              <a:buNone/>
            </a:pPr>
            <a:r>
              <a:rPr b="0" lang="en-US" sz="4200" strike="noStrike" u="none">
                <a:solidFill>
                  <a:srgbClr val="000000"/>
                </a:solidFill>
                <a:effectLst/>
                <a:uFillTx/>
                <a:latin typeface="Arial"/>
              </a:rPr>
              <a:t>THANKS FOR WATCHING</a:t>
            </a:r>
            <a:endParaRPr b="0" lang="en-US" sz="4200" strike="noStrike" u="none">
              <a:solidFill>
                <a:srgbClr val="000000"/>
              </a:solidFill>
              <a:effectLst/>
              <a:uFillTx/>
              <a:latin typeface="Arial"/>
            </a:endParaRPr>
          </a:p>
        </p:txBody>
      </p:sp>
      <p:sp>
        <p:nvSpPr>
          <p:cNvPr id="141" name="PlaceHolder 2"/>
          <p:cNvSpPr>
            <a:spLocks noGrp="1"/>
          </p:cNvSpPr>
          <p:nvPr>
            <p:ph type="subTitle"/>
          </p:nvPr>
        </p:nvSpPr>
        <p:spPr>
          <a:xfrm>
            <a:off x="719640" y="3679200"/>
            <a:ext cx="6838920" cy="1999080"/>
          </a:xfrm>
          <a:prstGeom prst="rect">
            <a:avLst/>
          </a:prstGeom>
          <a:noFill/>
          <a:ln w="0">
            <a:noFill/>
          </a:ln>
        </p:spPr>
        <p:txBody>
          <a:bodyPr lIns="0" rIns="0" tIns="0" bIns="0" anchor="t">
            <a:normAutofit/>
          </a:bodyPr>
          <a:p>
            <a:pPr indent="0">
              <a:lnSpc>
                <a:spcPct val="100000"/>
              </a:lnSpc>
              <a:buNone/>
            </a:pPr>
            <a:r>
              <a:rPr b="0" lang="en-US" sz="2600" strike="noStrike" u="none">
                <a:solidFill>
                  <a:srgbClr val="000000"/>
                </a:solidFill>
                <a:effectLst/>
                <a:uFillTx/>
                <a:latin typeface="Arial"/>
              </a:rPr>
              <a:t>PRESENTATION BY : GROUP 5</a:t>
            </a:r>
            <a:endParaRPr b="0" lang="en-US" sz="2600" strike="noStrike" u="none">
              <a:solidFill>
                <a:srgbClr val="000000"/>
              </a:solidFill>
              <a:effectLst/>
              <a:uFillTx/>
              <a:latin typeface="Arial"/>
            </a:endParaRPr>
          </a:p>
        </p:txBody>
      </p:sp>
    </p:spTree>
  </p:cSld>
  <p:transition>
    <p:dissolve/>
  </p:transition>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52</TotalTime>
  <Application>LibreOffice/25.8.2.2$Linux_X86_64 LibreOffice_project/580$Build-2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2025-11-06T17:39:59Z</dcterms:created>
  <dc:creator/>
  <dc:description>
               Freshes - LibreOffice Impress Template
                        by Risyad Rais
Freshes Template is supposed to be a template for LibreOffice
Impress. But I guess calling it a placeholder or sample slides might be even
more suitable since it's not really optimized properly for LibreOffice Impress
Workflow.
This template is made as an answer to Indonesian LibreOffice Community and
Gimpscape ID's call-to-arms to contribute to the 10th anniversary of
LibreOffice celebration.
##How to
###Normal slides
1. Duplicate the slide you want to edit
2. Edit the texts
3. Rearrange the slides and remove the ones you don't need
###Icons
To change icons, go to: "Insert -&gt; Special Character"
and choose the one you like.
###Chart slides
1. Double click the chart
2. Edit Data Table
##Features
1. A fresh looking first and last slide with huge typography
2. Covered single bullet to four bullets slides
3. Charts available in two styles: Collumns and Lines
4. A very mediocre looking Diagram and Table slide
5. Timeline slides
6. Super simple Closing slide
If you tried this and have any suggestions, feel free to send a mail: satmo54[at]gmail[dot]com
##Acknowledgements
Here's some resources I used to make this template:
###Images
Images used here are licensed under [Unsplash License](https://unsplash.com/license).
1. [White clouds and blue skies](https://unsplash.com/photos/DbwYNr8RPbg) by Resul on Unsplash.
2. [Four on flight hot air balloons](https://unsplash.com/photos/HcuKlhq4osM) by C.Valdez on Unsplash.
##License
This template is released under CC by SA 4.0 License. Other resources used in
this template have their own respective licenses you might want to check.
    </dc:description>
  <dc:language>en-US</dc:language>
  <cp:lastModifiedBy/>
  <dcterms:modified xsi:type="dcterms:W3CDTF">2025-11-06T21:13:50Z</dcterms:modified>
  <cp:revision>15</cp:revision>
  <dc:subject/>
  <dc:title>Freshes</dc:title>
</cp:coreProperties>
</file>

<file path=docProps/custom.xml><?xml version="1.0" encoding="utf-8"?>
<Properties xmlns="http://schemas.openxmlformats.org/officeDocument/2006/custom-properties" xmlns:vt="http://schemas.openxmlformats.org/officeDocument/2006/docPropsVTypes"/>
</file>